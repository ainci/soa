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816" r:id="rId2"/>
    <p:sldId id="1817" r:id="rId3"/>
    <p:sldId id="1821" r:id="rId4"/>
    <p:sldId id="1819" r:id="rId5"/>
    <p:sldId id="1822" r:id="rId6"/>
    <p:sldId id="1820" r:id="rId7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1995" autoAdjust="0"/>
  </p:normalViewPr>
  <p:slideViewPr>
    <p:cSldViewPr>
      <p:cViewPr varScale="1">
        <p:scale>
          <a:sx n="76" d="100"/>
          <a:sy n="76" d="100"/>
        </p:scale>
        <p:origin x="1177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de-DE"/>
              <a:t>dadf</a:t>
            </a:r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F0A0966-7F99-632F-C9A0-DDCE08D88C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CH"/>
              <a:t>dadf</a:t>
            </a:r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Microservices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Microservices </a:t>
            </a:r>
            <a:br>
              <a:rPr lang="de-CH" b="1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pic>
        <p:nvPicPr>
          <p:cNvPr id="1026" name="Picture 2" descr="Diagramm: Web-Microservices">
            <a:extLst>
              <a:ext uri="{FF2B5EF4-FFF2-40B4-BE49-F238E27FC236}">
                <a16:creationId xmlns:a16="http://schemas.microsoft.com/office/drawing/2014/main" id="{9CDF9B94-225C-3EF6-9AA7-16F2673BC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135927"/>
            <a:ext cx="4825563" cy="483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693185A-0688-46C3-9828-D6C247021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1196752"/>
            <a:ext cx="4103687" cy="10116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4EF9313-B0E5-41B6-A9EF-FF92B37B6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44" y="2544498"/>
            <a:ext cx="3928823" cy="131585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EE8C256-983F-41B6-B060-25FAFF548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4896423"/>
            <a:ext cx="4682809" cy="11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Multiplication</a:t>
            </a:r>
            <a:r>
              <a:rPr lang="de-CH" dirty="0"/>
              <a:t> Microservice</a:t>
            </a:r>
            <a:br>
              <a:rPr lang="de-CH" b="1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CF6FD5F-6037-BFBC-ECA0-D4948EB5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" y="1060329"/>
            <a:ext cx="4854636" cy="21526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67C15CF-7DF2-4842-98DF-201177E7A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810" y="1261150"/>
            <a:ext cx="3960440" cy="7878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CC97A2F-FD7A-44AD-B929-BFCBD2E26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3284984"/>
            <a:ext cx="6291603" cy="287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1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Multiplikations-Microservice</a:t>
            </a:r>
            <a:br>
              <a:rPr lang="de-CH" b="1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B79E1B-1F82-BA90-0583-27C85160540D}"/>
              </a:ext>
            </a:extLst>
          </p:cNvPr>
          <p:cNvSpPr txBox="1"/>
          <p:nvPr/>
        </p:nvSpPr>
        <p:spPr>
          <a:xfrm>
            <a:off x="388106" y="1196752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- </a:t>
            </a:r>
            <a:r>
              <a:rPr lang="de-CH" dirty="0" err="1"/>
              <a:t>src</a:t>
            </a:r>
            <a:endParaRPr lang="de-CH" dirty="0"/>
          </a:p>
          <a:p>
            <a:r>
              <a:rPr lang="de-CH" dirty="0"/>
              <a:t>   - </a:t>
            </a:r>
            <a:r>
              <a:rPr lang="de-CH" dirty="0" err="1"/>
              <a:t>main</a:t>
            </a:r>
            <a:endParaRPr lang="de-CH" dirty="0"/>
          </a:p>
          <a:p>
            <a:r>
              <a:rPr lang="de-CH" dirty="0"/>
              <a:t>      - </a:t>
            </a:r>
            <a:r>
              <a:rPr lang="de-CH" dirty="0" err="1"/>
              <a:t>java</a:t>
            </a:r>
            <a:endParaRPr lang="de-CH" dirty="0"/>
          </a:p>
          <a:p>
            <a:r>
              <a:rPr lang="de-CH" dirty="0"/>
              <a:t>         - </a:t>
            </a:r>
            <a:r>
              <a:rPr lang="de-CH" dirty="0" err="1"/>
              <a:t>com.example.multiplication</a:t>
            </a:r>
            <a:endParaRPr lang="de-CH" dirty="0"/>
          </a:p>
          <a:p>
            <a:r>
              <a:rPr lang="de-CH" dirty="0"/>
              <a:t>            - </a:t>
            </a:r>
            <a:r>
              <a:rPr lang="de-CH" dirty="0" err="1"/>
              <a:t>controller</a:t>
            </a:r>
            <a:endParaRPr lang="de-CH" dirty="0"/>
          </a:p>
          <a:p>
            <a:r>
              <a:rPr lang="de-CH" dirty="0"/>
              <a:t>            - </a:t>
            </a:r>
            <a:r>
              <a:rPr lang="de-CH" dirty="0" err="1"/>
              <a:t>service</a:t>
            </a:r>
            <a:endParaRPr lang="de-CH" dirty="0"/>
          </a:p>
          <a:p>
            <a:r>
              <a:rPr lang="de-CH" dirty="0"/>
              <a:t>            - </a:t>
            </a:r>
            <a:r>
              <a:rPr lang="de-CH" dirty="0" err="1"/>
              <a:t>domain</a:t>
            </a:r>
            <a:endParaRPr lang="de-CH" dirty="0"/>
          </a:p>
          <a:p>
            <a:r>
              <a:rPr lang="de-CH" dirty="0"/>
              <a:t>            - </a:t>
            </a:r>
            <a:r>
              <a:rPr lang="de-CH" dirty="0" err="1"/>
              <a:t>repository</a:t>
            </a:r>
            <a:endParaRPr lang="de-CH" dirty="0"/>
          </a:p>
          <a:p>
            <a:r>
              <a:rPr lang="de-CH" dirty="0"/>
              <a:t>      - </a:t>
            </a:r>
            <a:r>
              <a:rPr lang="de-CH" dirty="0" err="1"/>
              <a:t>resources</a:t>
            </a:r>
            <a:endParaRPr lang="de-CH" dirty="0"/>
          </a:p>
          <a:p>
            <a:r>
              <a:rPr lang="de-CH" dirty="0"/>
              <a:t>         - </a:t>
            </a:r>
            <a:r>
              <a:rPr lang="de-CH" dirty="0" err="1"/>
              <a:t>application.properties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30A3C3A-5763-4330-8CB0-B712DE6E8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2627913"/>
            <a:ext cx="488754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2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Microservices </a:t>
            </a:r>
            <a:r>
              <a:rPr lang="de-CH" dirty="0" err="1"/>
              <a:t>communication</a:t>
            </a:r>
            <a:br>
              <a:rPr lang="de-CH" b="1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E84A308-F114-1D62-D80A-CB6A76F1A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3517534" cy="395497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E34975B-9C06-4AF5-B198-D0F352432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502" y="2565453"/>
            <a:ext cx="5184576" cy="172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B58DE-AB2D-6CB2-798A-BEEEEFF5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Spring Boot Projekt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256C78-0A31-7020-5D2D-FD5E0C0154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7264AB0-B819-4505-8FD2-FACD755EE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934" y="1391122"/>
            <a:ext cx="6492132" cy="407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Microservices </a:t>
            </a:r>
            <a:r>
              <a:rPr lang="de-CH" dirty="0" err="1"/>
              <a:t>Containerization</a:t>
            </a:r>
            <a:br>
              <a:rPr lang="de-CH" b="1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8C3A0F4-9F8D-5C09-8AEE-94FCA4FAA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3722885" cy="381642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8331A64-83B8-4D48-959D-A8C530748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413" y="1376526"/>
            <a:ext cx="4682738" cy="287104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778C291-9C7B-453D-B020-BDE2B4331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4389637"/>
            <a:ext cx="3573463" cy="90695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87765A0-3AD0-4FC2-9123-4FBD3C89D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5296590"/>
            <a:ext cx="7665228" cy="100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6329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</Words>
  <Application>Microsoft Office PowerPoint</Application>
  <PresentationFormat>Bildschirmpräsentation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8" baseType="lpstr">
      <vt:lpstr>Arial</vt:lpstr>
      <vt:lpstr>Standarddesign</vt:lpstr>
      <vt:lpstr>Microservices  </vt:lpstr>
      <vt:lpstr>Multiplication Microservice </vt:lpstr>
      <vt:lpstr>Multiplikations-Microservice </vt:lpstr>
      <vt:lpstr>Microservices communication </vt:lpstr>
      <vt:lpstr>Spring Boot Projekt</vt:lpstr>
      <vt:lpstr>Microservices Containerization 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765</cp:revision>
  <dcterms:created xsi:type="dcterms:W3CDTF">2002-10-02T13:01:35Z</dcterms:created>
  <dcterms:modified xsi:type="dcterms:W3CDTF">2025-09-18T19:33:40Z</dcterms:modified>
</cp:coreProperties>
</file>