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816" r:id="rId2"/>
    <p:sldId id="1826" r:id="rId3"/>
    <p:sldId id="1817" r:id="rId4"/>
    <p:sldId id="1827" r:id="rId5"/>
    <p:sldId id="1828" r:id="rId6"/>
    <p:sldId id="1829" r:id="rId7"/>
    <p:sldId id="1830" r:id="rId8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1" autoAdjust="0"/>
    <p:restoredTop sz="94978" autoAdjust="0"/>
  </p:normalViewPr>
  <p:slideViewPr>
    <p:cSldViewPr>
      <p:cViewPr>
        <p:scale>
          <a:sx n="99" d="100"/>
          <a:sy n="99" d="100"/>
        </p:scale>
        <p:origin x="513" y="-24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327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87006E12-A45D-4D6B-9DD7-136B45AB24A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5357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7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fld id="{8F2A6DE9-2C2A-47E2-A7F9-AD00AAF2042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47478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1159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42862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BB0525-20E0-A8F9-4D5A-5A97359A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186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65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35931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67516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7905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5657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15315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21416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21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21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11790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3576245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5256212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78385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5511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48200" y="3829050"/>
            <a:ext cx="4038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082272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8229600" cy="2551112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829050"/>
            <a:ext cx="8229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385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135937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32363" y="6453188"/>
            <a:ext cx="1800225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>
            <a:off x="460375" y="99060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0" name="Rectangle 10"/>
          <p:cNvSpPr>
            <a:spLocks noChangeArrowheads="1"/>
          </p:cNvSpPr>
          <p:nvPr/>
        </p:nvSpPr>
        <p:spPr bwMode="auto">
          <a:xfrm>
            <a:off x="468313" y="6453188"/>
            <a:ext cx="316706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CH" sz="1200" dirty="0" err="1"/>
              <a:t>Crosscutting</a:t>
            </a:r>
            <a:r>
              <a:rPr lang="de-CH" sz="1200" dirty="0"/>
              <a:t> Concept</a:t>
            </a:r>
            <a:endParaRPr lang="de-DE" altLang="de-DE" sz="1200" dirty="0"/>
          </a:p>
        </p:txBody>
      </p:sp>
      <p:sp>
        <p:nvSpPr>
          <p:cNvPr id="1031" name="Line 11"/>
          <p:cNvSpPr>
            <a:spLocks noChangeShapeType="1"/>
          </p:cNvSpPr>
          <p:nvPr/>
        </p:nvSpPr>
        <p:spPr bwMode="auto">
          <a:xfrm>
            <a:off x="468313" y="638175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2" name="Rectangle 12"/>
          <p:cNvSpPr>
            <a:spLocks noChangeArrowheads="1"/>
          </p:cNvSpPr>
          <p:nvPr/>
        </p:nvSpPr>
        <p:spPr bwMode="auto">
          <a:xfrm>
            <a:off x="6516688" y="6453188"/>
            <a:ext cx="21590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735F766-00C7-4EB1-BD21-B0B9E251CF11}" type="slidenum">
              <a:rPr lang="de-DE" altLang="de-DE" sz="1200"/>
              <a:pPr algn="r" eaLnBrk="1" hangingPunct="1"/>
              <a:t>‹Nr.›</a:t>
            </a:fld>
            <a:endParaRPr lang="de-DE" altLang="de-DE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Crosscutting</a:t>
            </a:r>
            <a:r>
              <a:rPr lang="de-CH" dirty="0"/>
              <a:t> </a:t>
            </a:r>
            <a:r>
              <a:rPr lang="de-CH" dirty="0" err="1"/>
              <a:t>Concepts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2977767-A155-4AB9-86C6-FC2DB2718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3068960"/>
            <a:ext cx="5504899" cy="298827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E06BFE9-A0AB-4098-B0EA-ED86EC632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055317"/>
            <a:ext cx="5293970" cy="60660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52244D8E-1509-4809-8825-1A198D023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856" y="1649375"/>
            <a:ext cx="4395692" cy="141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5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Warum Taktiken erforderlich sind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77ADF45-E5DF-4438-9182-2C2FCDA7A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204864"/>
            <a:ext cx="7655201" cy="164433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5D27C06-FF0A-4868-8C01-60DCCE521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149080"/>
            <a:ext cx="5263916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04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Zentralisierungstaktik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30D2F94-D806-4438-9E3B-85D476696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492896"/>
            <a:ext cx="7284222" cy="156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1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Filter oder Middleware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5D9A914-2354-44E0-9275-9FC5DD501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74" y="2420888"/>
            <a:ext cx="7467748" cy="327359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889F31B-E27C-4F4B-8DAA-2BFAEE5E4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082356"/>
            <a:ext cx="7409553" cy="133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39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 err="1"/>
              <a:t>Aspect-Oriented</a:t>
            </a:r>
            <a:r>
              <a:rPr lang="de-CH" b="1" dirty="0"/>
              <a:t> </a:t>
            </a:r>
            <a:r>
              <a:rPr lang="de-CH" b="1" dirty="0" err="1"/>
              <a:t>Programming</a:t>
            </a:r>
            <a:r>
              <a:rPr lang="de-CH" b="1" dirty="0"/>
              <a:t> (AOP)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73BF8ED-1092-4E21-84CC-916468E25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45" y="1412776"/>
            <a:ext cx="8256789" cy="445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083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Decorator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54657E8-D23B-44DF-B289-FA533A600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13" y="1152994"/>
            <a:ext cx="7720373" cy="455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3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Übersicht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C4C6CCF-9FDD-4D75-A176-3837719BC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76" y="1892445"/>
            <a:ext cx="8657847" cy="307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452304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</Words>
  <Application>Microsoft Office PowerPoint</Application>
  <PresentationFormat>Bildschirmpräsentation (4:3)</PresentationFormat>
  <Paragraphs>14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9" baseType="lpstr">
      <vt:lpstr>Arial</vt:lpstr>
      <vt:lpstr>Standarddesign</vt:lpstr>
      <vt:lpstr>Crosscutting Concepts</vt:lpstr>
      <vt:lpstr>Warum Taktiken erforderlich sind</vt:lpstr>
      <vt:lpstr>Zentralisierungstaktik</vt:lpstr>
      <vt:lpstr>Filter oder Middleware</vt:lpstr>
      <vt:lpstr>Aspect-Oriented Programming (AOP)</vt:lpstr>
      <vt:lpstr>Decorator</vt:lpstr>
      <vt:lpstr>Übersicht</vt:lpstr>
    </vt:vector>
  </TitlesOfParts>
  <Company>Hochschule Osnabrück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Prof. Dr. Stephan Kleuker</dc:creator>
  <cp:lastModifiedBy>Ahmet Inci</cp:lastModifiedBy>
  <cp:revision>794</cp:revision>
  <dcterms:created xsi:type="dcterms:W3CDTF">2002-10-02T13:01:35Z</dcterms:created>
  <dcterms:modified xsi:type="dcterms:W3CDTF">2025-10-21T19:07:50Z</dcterms:modified>
</cp:coreProperties>
</file>