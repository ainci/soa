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1816" r:id="rId2"/>
    <p:sldId id="1817" r:id="rId3"/>
    <p:sldId id="1818" r:id="rId4"/>
    <p:sldId id="1794" r:id="rId5"/>
    <p:sldId id="1821" r:id="rId6"/>
    <p:sldId id="1822" r:id="rId7"/>
    <p:sldId id="1823" r:id="rId8"/>
    <p:sldId id="1824" r:id="rId9"/>
    <p:sldId id="1825" r:id="rId10"/>
    <p:sldId id="1826" r:id="rId11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1995" autoAdjust="0"/>
  </p:normalViewPr>
  <p:slideViewPr>
    <p:cSldViewPr>
      <p:cViewPr>
        <p:scale>
          <a:sx n="100" d="100"/>
          <a:sy n="100" d="100"/>
        </p:scale>
        <p:origin x="33" y="-9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118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pPr>
              <a:defRPr/>
            </a:pPr>
            <a:fld id="{87006E12-A45D-4D6B-9DD7-136B45AB24A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053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77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651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59338"/>
            <a:ext cx="5680075" cy="460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defTabSz="973138">
              <a:defRPr sz="11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7283" tIns="48641" rIns="97283" bIns="48641" numCol="1" anchor="b" anchorCtr="0" compatLnSpc="1">
            <a:prstTxWarp prst="textNoShape">
              <a:avLst/>
            </a:prstTxWarp>
          </a:bodyPr>
          <a:lstStyle>
            <a:lvl1pPr algn="r" defTabSz="973138">
              <a:defRPr sz="1100"/>
            </a:lvl1pPr>
          </a:lstStyle>
          <a:p>
            <a:pPr>
              <a:defRPr/>
            </a:pPr>
            <a:fld id="{8F2A6DE9-2C2A-47E2-A7F9-AD00AAF2042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474789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11594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428629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59BB0525-20E0-A8F9-4D5A-5A97359A8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01863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65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359318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675167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7905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56572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15315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214161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21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214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211790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35762453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125538"/>
            <a:ext cx="8229600" cy="5256212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1078385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4038600" cy="52562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125538"/>
            <a:ext cx="4038600" cy="2551112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829050"/>
            <a:ext cx="4038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4082272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8313" y="260350"/>
            <a:ext cx="8135937" cy="77787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125538"/>
            <a:ext cx="8229600" cy="2551112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3829050"/>
            <a:ext cx="8229600" cy="2552700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</p:spTree>
    <p:extLst>
      <p:ext uri="{BB962C8B-B14F-4D97-AF65-F5344CB8AC3E}">
        <p14:creationId xmlns:p14="http://schemas.microsoft.com/office/powerpoint/2010/main" val="27385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260350"/>
            <a:ext cx="8135937" cy="7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25538"/>
            <a:ext cx="8229600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Textmasterformate durch Klicken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932363" y="6453188"/>
            <a:ext cx="1800225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/>
            </a:lvl1pPr>
          </a:lstStyle>
          <a:p>
            <a:pPr>
              <a:defRPr/>
            </a:pPr>
            <a:r>
              <a:rPr lang="de-DE" dirty="0"/>
              <a:t>Ahmet Inci</a:t>
            </a:r>
          </a:p>
        </p:txBody>
      </p:sp>
      <p:sp>
        <p:nvSpPr>
          <p:cNvPr id="2" name="Line 8"/>
          <p:cNvSpPr>
            <a:spLocks noChangeShapeType="1"/>
          </p:cNvSpPr>
          <p:nvPr/>
        </p:nvSpPr>
        <p:spPr bwMode="auto">
          <a:xfrm>
            <a:off x="460375" y="99060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0" name="Rectangle 10"/>
          <p:cNvSpPr>
            <a:spLocks noChangeArrowheads="1"/>
          </p:cNvSpPr>
          <p:nvPr/>
        </p:nvSpPr>
        <p:spPr bwMode="auto">
          <a:xfrm>
            <a:off x="468313" y="6453188"/>
            <a:ext cx="3167062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de-DE" altLang="de-DE" sz="1200" dirty="0"/>
              <a:t>System, UML</a:t>
            </a:r>
          </a:p>
        </p:txBody>
      </p:sp>
      <p:sp>
        <p:nvSpPr>
          <p:cNvPr id="1031" name="Line 11"/>
          <p:cNvSpPr>
            <a:spLocks noChangeShapeType="1"/>
          </p:cNvSpPr>
          <p:nvPr/>
        </p:nvSpPr>
        <p:spPr bwMode="auto">
          <a:xfrm>
            <a:off x="468313" y="6381750"/>
            <a:ext cx="8150225" cy="0"/>
          </a:xfrm>
          <a:prstGeom prst="line">
            <a:avLst/>
          </a:prstGeom>
          <a:noFill/>
          <a:ln w="25400">
            <a:solidFill>
              <a:srgbClr val="042EAE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1032" name="Rectangle 12"/>
          <p:cNvSpPr>
            <a:spLocks noChangeArrowheads="1"/>
          </p:cNvSpPr>
          <p:nvPr/>
        </p:nvSpPr>
        <p:spPr bwMode="auto">
          <a:xfrm>
            <a:off x="6516688" y="6453188"/>
            <a:ext cx="2159000" cy="268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/>
            <a:fld id="{C735F766-00C7-4EB1-BD21-B0B9E251CF11}" type="slidenum">
              <a:rPr lang="de-DE" altLang="de-DE" sz="1200"/>
              <a:pPr algn="r" eaLnBrk="1" hangingPunct="1"/>
              <a:t>‹Nr.›</a:t>
            </a:fld>
            <a:endParaRPr lang="de-DE" altLang="de-DE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Design Pattern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 dirty="0"/>
              <a:t>Ahmet Inci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B9EA448-400F-D700-97DF-8A2D11837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145" y="2852936"/>
            <a:ext cx="4560886" cy="29033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432AA36-6BED-40D9-ACAF-E20DA2B48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3" y="1303788"/>
            <a:ext cx="5328592" cy="1672478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CE991C3-71E4-487F-AA0C-DADEC6164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4653136"/>
            <a:ext cx="4789899" cy="1262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756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Warum?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AC4AEA9-8DA1-4CAA-95CF-6FAC094BC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988840"/>
            <a:ext cx="8546779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73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06547-C76D-8426-7F5E-A45ADD648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sz="2400" b="1" dirty="0"/>
              <a:t>Design-Pattern anwenden</a:t>
            </a:r>
            <a:endParaRPr lang="de-CH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BCB348F-0928-F43B-0737-600B1FE865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de-DE"/>
              <a:t>Ahmet Inci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59D2A3A-9450-934F-B76E-440EAE5BE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992" y="1209752"/>
            <a:ext cx="3386021" cy="183327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E07EC75-CD2A-39E8-E6EF-DC532E744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631" y="3043031"/>
            <a:ext cx="3601203" cy="2453891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9FEE4FA3-6836-4952-8559-11A3B28506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100671"/>
            <a:ext cx="5400600" cy="171238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AA795DD7-60AF-4958-9553-C7E333901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4149080"/>
            <a:ext cx="4793072" cy="210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86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Observer Pattern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67582B6-EB67-4057-B3DB-E018AC19C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500" y="2818662"/>
            <a:ext cx="4161381" cy="27806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935968B-BD4E-47A8-A95A-A28C8BFF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196752"/>
            <a:ext cx="6343517" cy="14375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6721665-946A-4BFE-8BE3-5AE52BEB2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48" y="3212976"/>
            <a:ext cx="4172107" cy="209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0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Decorator-Pattern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E1D658A-099E-3FEA-6E11-C1C3350B8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284" y="2996952"/>
            <a:ext cx="4743697" cy="334894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DB1D26E-6962-40BF-85DC-21D14CD3B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19" y="1198335"/>
            <a:ext cx="5472607" cy="201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21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Das Singleton-Muster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2776F84-7DD5-B937-D9B7-3CF33FFB0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2077996"/>
            <a:ext cx="4978065" cy="205450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0F54674-E8CA-4CB5-8F48-1D3E83AED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112706"/>
            <a:ext cx="6265576" cy="84435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1B938A9-F931-4F22-9789-0EEE4A2AE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667" y="4365104"/>
            <a:ext cx="6382487" cy="177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16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Command-Pattern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DE4944A-3E4A-185E-E706-C16776AE2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46" y="2276872"/>
            <a:ext cx="4070422" cy="283339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8A4B85C-FE17-4AD3-BFC8-DB8C908AC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038225"/>
            <a:ext cx="6573009" cy="104787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D8BAB853-A1CD-43A5-AEF4-F28D5448BF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2421618"/>
            <a:ext cx="4896544" cy="195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349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Composite Muster</a:t>
            </a:r>
            <a:endParaRPr lang="de-DE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B3A6FE5-C6B2-5C63-E1CD-9AF1B5980DB1}"/>
              </a:ext>
            </a:extLst>
          </p:cNvPr>
          <p:cNvSpPr txBox="1"/>
          <p:nvPr/>
        </p:nvSpPr>
        <p:spPr>
          <a:xfrm>
            <a:off x="538568" y="1174631"/>
            <a:ext cx="79938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Das </a:t>
            </a:r>
            <a:r>
              <a:rPr lang="de-DE" sz="1200" b="1" dirty="0"/>
              <a:t>Composite-Pattern</a:t>
            </a:r>
            <a:r>
              <a:rPr lang="de-DE" sz="1200" dirty="0"/>
              <a:t> ermöglicht es, </a:t>
            </a:r>
            <a:r>
              <a:rPr lang="de-DE" sz="1200" b="1" dirty="0"/>
              <a:t>einzelne Objekte</a:t>
            </a:r>
            <a:r>
              <a:rPr lang="de-DE" sz="1200" dirty="0"/>
              <a:t> und </a:t>
            </a:r>
            <a:r>
              <a:rPr lang="de-DE" sz="1200" b="1" dirty="0"/>
              <a:t>Gruppen von Objekten</a:t>
            </a:r>
            <a:r>
              <a:rPr lang="de-DE" sz="1200" dirty="0"/>
              <a:t> gleich zu behandeln.</a:t>
            </a:r>
            <a:br>
              <a:rPr lang="de-DE" sz="1200" dirty="0"/>
            </a:br>
            <a:r>
              <a:rPr lang="de-DE" sz="1200" dirty="0"/>
              <a:t>Dazu sollten einzelne Objekte und Gruppen von Objekten eine </a:t>
            </a:r>
            <a:r>
              <a:rPr lang="de-DE" sz="1200" b="1" dirty="0"/>
              <a:t>„ist-ein“-Beziehung</a:t>
            </a:r>
            <a:r>
              <a:rPr lang="de-DE" sz="1200" dirty="0"/>
              <a:t> haben – sie sind also Komponenten. Ein Composite sollte eine Liste von Komponenten besitzen (</a:t>
            </a:r>
            <a:r>
              <a:rPr lang="de-DE" sz="1200" b="1" dirty="0"/>
              <a:t>„hat-eine“-Beziehung</a:t>
            </a:r>
            <a:r>
              <a:rPr lang="de-DE" sz="1200" dirty="0"/>
              <a:t>).</a:t>
            </a:r>
            <a:endParaRPr lang="de-CH" sz="1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B6B73C-5A33-8748-5E4D-E723C2016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11" y="1844823"/>
            <a:ext cx="4506045" cy="349305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48CA496-5590-4FEE-8653-6BD7C4F27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733" y="2636912"/>
            <a:ext cx="4126223" cy="132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77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Compound-Muster: MVC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C6E0FB-3C15-42B5-9191-A82342544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235" y="1070471"/>
            <a:ext cx="3478091" cy="1548708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8262A61-0CED-471B-8050-51C6B315C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760" y="2924944"/>
            <a:ext cx="3785037" cy="175942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C13B58A-FF67-4DEF-B39A-41327B084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115" y="4684369"/>
            <a:ext cx="3696488" cy="125565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25651E59-DE53-4740-98A4-AD80ABEE64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3890" y="4581128"/>
            <a:ext cx="4138862" cy="148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277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Übung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1EDD6E0-1667-AAD5-2CD4-0EDABC55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912" y="2115021"/>
            <a:ext cx="4392488" cy="254275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1EC6DFD-8CD2-73E1-41CB-B549F5283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268760"/>
            <a:ext cx="3824650" cy="383031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BE26BFF-A0BD-38CF-7951-77B82314A33C}"/>
              </a:ext>
            </a:extLst>
          </p:cNvPr>
          <p:cNvSpPr txBox="1"/>
          <p:nvPr/>
        </p:nvSpPr>
        <p:spPr>
          <a:xfrm>
            <a:off x="4283968" y="1838022"/>
            <a:ext cx="41764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200" dirty="0"/>
              <a:t>Erweitere das Klassendiagramm um </a:t>
            </a:r>
            <a:r>
              <a:rPr lang="de-DE" sz="1200" dirty="0" err="1"/>
              <a:t>BeatModel</a:t>
            </a:r>
            <a:endParaRPr lang="de-CH" sz="1200" dirty="0"/>
          </a:p>
        </p:txBody>
      </p:sp>
    </p:spTree>
    <p:extLst>
      <p:ext uri="{BB962C8B-B14F-4D97-AF65-F5344CB8AC3E}">
        <p14:creationId xmlns:p14="http://schemas.microsoft.com/office/powerpoint/2010/main" val="636049369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rd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</Words>
  <Application>Microsoft Office PowerPoint</Application>
  <PresentationFormat>Bildschirmpräsentation (4:3)</PresentationFormat>
  <Paragraphs>15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2" baseType="lpstr">
      <vt:lpstr>Arial</vt:lpstr>
      <vt:lpstr>Standarddesign</vt:lpstr>
      <vt:lpstr>Design Pattern</vt:lpstr>
      <vt:lpstr>Warum?</vt:lpstr>
      <vt:lpstr>Design-Pattern anwenden</vt:lpstr>
      <vt:lpstr>Observer Pattern</vt:lpstr>
      <vt:lpstr>Decorator-Pattern</vt:lpstr>
      <vt:lpstr>Das Singleton-Muster</vt:lpstr>
      <vt:lpstr>Command-Pattern</vt:lpstr>
      <vt:lpstr>Composite Muster</vt:lpstr>
      <vt:lpstr>Compound-Muster: MVC</vt:lpstr>
      <vt:lpstr>Übung</vt:lpstr>
    </vt:vector>
  </TitlesOfParts>
  <Company>Hochschule Osnabrück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Folie 1</dc:title>
  <dc:creator>Prof. Dr. Stephan Kleuker</dc:creator>
  <cp:lastModifiedBy>Ahmet Inci</cp:lastModifiedBy>
  <cp:revision>785</cp:revision>
  <dcterms:created xsi:type="dcterms:W3CDTF">2002-10-02T13:01:35Z</dcterms:created>
  <dcterms:modified xsi:type="dcterms:W3CDTF">2025-09-17T17:45:23Z</dcterms:modified>
</cp:coreProperties>
</file>