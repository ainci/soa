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816" r:id="rId2"/>
    <p:sldId id="1845" r:id="rId3"/>
    <p:sldId id="1846" r:id="rId4"/>
    <p:sldId id="1835" r:id="rId5"/>
    <p:sldId id="1837" r:id="rId6"/>
    <p:sldId id="1838" r:id="rId7"/>
    <p:sldId id="1839" r:id="rId8"/>
    <p:sldId id="1840" r:id="rId9"/>
    <p:sldId id="1841" r:id="rId10"/>
    <p:sldId id="1842" r:id="rId11"/>
    <p:sldId id="1843" r:id="rId12"/>
    <p:sldId id="1847" r:id="rId13"/>
    <p:sldId id="1844" r:id="rId14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1995" autoAdjust="0"/>
  </p:normalViewPr>
  <p:slideViewPr>
    <p:cSldViewPr>
      <p:cViewPr>
        <p:scale>
          <a:sx n="112" d="100"/>
          <a:sy n="112" d="100"/>
        </p:scale>
        <p:origin x="149" y="-67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7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dirty="0"/>
              <a:t>Textmasterformate durch Klicken bearbeiten</a:t>
            </a:r>
          </a:p>
          <a:p>
            <a:pPr lvl="1"/>
            <a:r>
              <a:rPr lang="de-DE" altLang="de-DE" dirty="0"/>
              <a:t>Zweite Ebene</a:t>
            </a:r>
          </a:p>
          <a:p>
            <a:pPr lvl="2"/>
            <a:r>
              <a:rPr lang="de-DE" altLang="de-DE" dirty="0"/>
              <a:t>Dritte Ebene</a:t>
            </a:r>
          </a:p>
          <a:p>
            <a:pPr lvl="3"/>
            <a:r>
              <a:rPr lang="de-DE" altLang="de-DE" dirty="0"/>
              <a:t>Vierte Ebene</a:t>
            </a:r>
          </a:p>
          <a:p>
            <a:pPr lvl="4"/>
            <a:r>
              <a:rPr lang="de-DE" altLang="de-DE" dirty="0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Kopplungsarten 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/>
              <a:t>K</a:t>
            </a:r>
            <a:r>
              <a:rPr lang="de-CH" dirty="0" err="1"/>
              <a:t>opplung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F2A3EAB-99E3-4E7A-AF9A-EF017AB2C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1952851" cy="187491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B58026D4-3CD7-4155-97E1-12A668905AF3}"/>
              </a:ext>
            </a:extLst>
          </p:cNvPr>
          <p:cNvSpPr txBox="1"/>
          <p:nvPr/>
        </p:nvSpPr>
        <p:spPr>
          <a:xfrm>
            <a:off x="2646363" y="16288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Kopplung beschreibt </a:t>
            </a:r>
            <a:r>
              <a:rPr lang="de-DE" b="1" dirty="0"/>
              <a:t>wie stark</a:t>
            </a:r>
            <a:r>
              <a:rPr lang="de-DE" dirty="0"/>
              <a:t> eine Komponente von der anderen </a:t>
            </a:r>
            <a:r>
              <a:rPr lang="de-DE" b="1" dirty="0" err="1"/>
              <a:t>weiss</a:t>
            </a:r>
            <a:r>
              <a:rPr lang="de-DE" dirty="0"/>
              <a:t> oder </a:t>
            </a:r>
            <a:r>
              <a:rPr lang="de-DE" b="1" dirty="0"/>
              <a:t>direkt von ihr abhängt</a:t>
            </a:r>
            <a:r>
              <a:rPr lang="de-DE" dirty="0"/>
              <a:t> – also wie eng sie miteinander „verbunden“ sind.</a:t>
            </a:r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2534E70-A2FC-4F9B-B3E5-122108494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258324"/>
            <a:ext cx="1931200" cy="183593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159BDEC-826C-43ED-8187-C7BF199FB716}"/>
              </a:ext>
            </a:extLst>
          </p:cNvPr>
          <p:cNvSpPr txBox="1"/>
          <p:nvPr/>
        </p:nvSpPr>
        <p:spPr>
          <a:xfrm>
            <a:off x="2771800" y="375832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Kohäsion beschreibt, </a:t>
            </a:r>
            <a:r>
              <a:rPr lang="de-DE" b="1" dirty="0"/>
              <a:t>wie stark die Elemente innerhalb eines Moduls zusammengehören</a:t>
            </a:r>
            <a:r>
              <a:rPr lang="de-D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Eingehende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BF36F5-D2FD-4DFC-87BA-5AB987155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037358"/>
            <a:ext cx="6573009" cy="29401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A268C2E-9B5E-49C8-BE44-F9F9ED22A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146" y="3977459"/>
            <a:ext cx="5131104" cy="196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83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Ausgehende</a:t>
            </a:r>
            <a:r>
              <a:rPr lang="en-US" dirty="0"/>
              <a:t> </a:t>
            </a:r>
            <a:r>
              <a:rPr lang="en-US" dirty="0" err="1"/>
              <a:t>Abhängigkeiten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3716173-5377-4498-AEC8-D9A5C2364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96752"/>
            <a:ext cx="6144335" cy="246379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E9C9537-6698-435A-A5DA-C3F92418C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3933056"/>
            <a:ext cx="4417279" cy="217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1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/>
              <a:t>K</a:t>
            </a:r>
            <a:r>
              <a:rPr lang="de-CH" dirty="0" err="1"/>
              <a:t>opplungsarten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5661635-9048-4357-AF02-519DE13B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47" y="1268760"/>
            <a:ext cx="8607861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27CDB4-8407-4389-8DDD-34D3D541B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835" y="1484784"/>
            <a:ext cx="8214357" cy="410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85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63160B-0B3B-4F89-B4C9-833C07D77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38102"/>
            <a:ext cx="8198625" cy="425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2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53F5B-E04F-4782-A51B-3964A4EE5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76" y="1556792"/>
            <a:ext cx="8125132" cy="367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6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DE0A437-7F09-4773-A083-4736CB81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2816"/>
            <a:ext cx="7360948" cy="3209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4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44DBD69-7FB3-424B-B851-4559DF3B0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772816"/>
            <a:ext cx="7285489" cy="3658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3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en-US" dirty="0" err="1"/>
              <a:t>Taktiken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6D5DF41-4857-41DA-976D-BE0F12E1F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537690"/>
            <a:ext cx="6769745" cy="3242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91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de-CH" dirty="0"/>
              <a:t>Aufgabenstellung: Kopplung analysieren &amp; verbessern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DEE33E9-3A9C-4D83-8AE8-761839BE7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96752"/>
            <a:ext cx="4620159" cy="319124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9468250-BE1D-42E9-B88A-82D7BE37B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5976" y="2077916"/>
            <a:ext cx="4273755" cy="142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301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58CC3A-DCBA-45E9-BD07-30DA06D6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Aufgabenstellung: Kopplung analysieren &amp; verbessern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DD7443-9BFC-4294-B06C-6A1E817C56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5946767-7EA4-4D53-8188-B05298205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" y="1700808"/>
            <a:ext cx="9144000" cy="292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105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32215"/>
            <a:ext cx="8135937" cy="777875"/>
          </a:xfrm>
        </p:spPr>
        <p:txBody>
          <a:bodyPr/>
          <a:lstStyle/>
          <a:p>
            <a:r>
              <a:rPr lang="de-CH" dirty="0"/>
              <a:t>Ihre Aufgaben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2C50925-5FFF-4E41-B53D-4501D3B44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700808"/>
            <a:ext cx="6534039" cy="27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89142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</Words>
  <Application>Microsoft Office PowerPoint</Application>
  <PresentationFormat>Bildschirmpräsentation (4:3)</PresentationFormat>
  <Paragraphs>28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5" baseType="lpstr">
      <vt:lpstr>Arial</vt:lpstr>
      <vt:lpstr>Standarddesign</vt:lpstr>
      <vt:lpstr>Kopplung</vt:lpstr>
      <vt:lpstr>Eingehende Abhängigkeiten</vt:lpstr>
      <vt:lpstr>Ausgehende Abhängigkeiten</vt:lpstr>
      <vt:lpstr>Kopplungsarten</vt:lpstr>
      <vt:lpstr>Taktiken</vt:lpstr>
      <vt:lpstr>Taktiken</vt:lpstr>
      <vt:lpstr>Taktiken</vt:lpstr>
      <vt:lpstr>Taktiken</vt:lpstr>
      <vt:lpstr>Taktiken</vt:lpstr>
      <vt:lpstr>Taktiken</vt:lpstr>
      <vt:lpstr>Aufgabenstellung: Kopplung analysieren &amp; verbessern</vt:lpstr>
      <vt:lpstr>Aufgabenstellung: Kopplung analysieren &amp; verbessern</vt:lpstr>
      <vt:lpstr>Ihre Aufgaben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795</cp:revision>
  <dcterms:created xsi:type="dcterms:W3CDTF">2002-10-02T13:01:35Z</dcterms:created>
  <dcterms:modified xsi:type="dcterms:W3CDTF">2025-11-24T19:37:05Z</dcterms:modified>
</cp:coreProperties>
</file>