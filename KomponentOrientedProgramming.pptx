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1816" r:id="rId2"/>
    <p:sldId id="1826" r:id="rId3"/>
    <p:sldId id="1817" r:id="rId4"/>
    <p:sldId id="1827" r:id="rId5"/>
  </p:sldIdLst>
  <p:sldSz cx="9144000" cy="6858000" type="screen4x3"/>
  <p:notesSz cx="7099300" cy="102346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FFFF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91" autoAdjust="0"/>
    <p:restoredTop sz="94978" autoAdjust="0"/>
  </p:normalViewPr>
  <p:slideViewPr>
    <p:cSldViewPr>
      <p:cViewPr>
        <p:scale>
          <a:sx n="99" d="100"/>
          <a:sy n="99" d="100"/>
        </p:scale>
        <p:origin x="513" y="-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327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2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t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1182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1182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b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1182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pPr>
              <a:defRPr/>
            </a:pPr>
            <a:fld id="{87006E12-A45D-4D6B-9DD7-136B45AB24AB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05357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t" anchorCtr="0" compatLnSpc="1">
            <a:prstTxWarp prst="textNoShape">
              <a:avLst/>
            </a:prstTxWarp>
          </a:bodyPr>
          <a:lstStyle>
            <a:lvl1pPr defTabSz="973138"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t" anchorCtr="0" compatLnSpc="1">
            <a:prstTxWarp prst="textNoShape">
              <a:avLst/>
            </a:prstTxWarp>
          </a:bodyPr>
          <a:lstStyle>
            <a:lvl1pPr algn="r" defTabSz="973138"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775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5363" y="768350"/>
            <a:ext cx="5116512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59338"/>
            <a:ext cx="5680075" cy="460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b" anchorCtr="0" compatLnSpc="1">
            <a:prstTxWarp prst="textNoShape">
              <a:avLst/>
            </a:prstTxWarp>
          </a:bodyPr>
          <a:lstStyle>
            <a:lvl1pPr defTabSz="973138"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b" anchorCtr="0" compatLnSpc="1">
            <a:prstTxWarp prst="textNoShape">
              <a:avLst/>
            </a:prstTxWarp>
          </a:bodyPr>
          <a:lstStyle>
            <a:lvl1pPr algn="r" defTabSz="973138">
              <a:defRPr sz="1100"/>
            </a:lvl1pPr>
          </a:lstStyle>
          <a:p>
            <a:pPr>
              <a:defRPr/>
            </a:pPr>
            <a:fld id="{8F2A6DE9-2C2A-47E2-A7F9-AD00AAF2042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47478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011594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428629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9BB0525-20E0-A8F9-4D5A-5A97359A8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01863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125538"/>
            <a:ext cx="4038600" cy="52562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38600" cy="52562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2655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359318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675167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79055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756572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153151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4214161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61214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60350"/>
            <a:ext cx="6019800" cy="61214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211790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el, Text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135937" cy="77787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457200" y="1125538"/>
            <a:ext cx="4038600" cy="525621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38600" cy="525621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3576245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el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135937" cy="77787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abellenplatzhalter 2"/>
          <p:cNvSpPr>
            <a:spLocks noGrp="1"/>
          </p:cNvSpPr>
          <p:nvPr>
            <p:ph type="tbl" idx="1"/>
          </p:nvPr>
        </p:nvSpPr>
        <p:spPr>
          <a:xfrm>
            <a:off x="457200" y="1125538"/>
            <a:ext cx="8229600" cy="5256212"/>
          </a:xfrm>
        </p:spPr>
        <p:txBody>
          <a:bodyPr/>
          <a:lstStyle/>
          <a:p>
            <a:pPr lvl="0"/>
            <a:endParaRPr lang="de-DE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0783851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el, Text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135937" cy="77787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457200" y="1125538"/>
            <a:ext cx="4038600" cy="525621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2"/>
          </p:nvPr>
        </p:nvSpPr>
        <p:spPr>
          <a:xfrm>
            <a:off x="4648200" y="1125538"/>
            <a:ext cx="4038600" cy="255111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3"/>
          </p:nvPr>
        </p:nvSpPr>
        <p:spPr>
          <a:xfrm>
            <a:off x="4648200" y="3829050"/>
            <a:ext cx="4038600" cy="25527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4082272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el und Text über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135937" cy="77787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457200" y="1125538"/>
            <a:ext cx="8229600" cy="2551112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3829050"/>
            <a:ext cx="8229600" cy="25527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738540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260350"/>
            <a:ext cx="8135937" cy="7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Titelmasterformat durch Klicken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5256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Textmasterformate durch Klicken bearbeiten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  <a:p>
            <a:pPr lvl="3"/>
            <a:r>
              <a:rPr lang="de-DE" altLang="de-DE" dirty="0"/>
              <a:t>Vierte Ebene</a:t>
            </a:r>
          </a:p>
          <a:p>
            <a:pPr lvl="4"/>
            <a:r>
              <a:rPr lang="de-DE" altLang="de-DE" dirty="0"/>
              <a:t>Fünfte Ebene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932363" y="6453188"/>
            <a:ext cx="1800225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  <p:sp>
        <p:nvSpPr>
          <p:cNvPr id="2" name="Line 8"/>
          <p:cNvSpPr>
            <a:spLocks noChangeShapeType="1"/>
          </p:cNvSpPr>
          <p:nvPr/>
        </p:nvSpPr>
        <p:spPr bwMode="auto">
          <a:xfrm>
            <a:off x="460375" y="990600"/>
            <a:ext cx="8150225" cy="0"/>
          </a:xfrm>
          <a:prstGeom prst="line">
            <a:avLst/>
          </a:prstGeom>
          <a:noFill/>
          <a:ln w="25400">
            <a:solidFill>
              <a:srgbClr val="042EAE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30" name="Rectangle 10"/>
          <p:cNvSpPr>
            <a:spLocks noChangeArrowheads="1"/>
          </p:cNvSpPr>
          <p:nvPr/>
        </p:nvSpPr>
        <p:spPr bwMode="auto">
          <a:xfrm>
            <a:off x="468313" y="6453188"/>
            <a:ext cx="316706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de-DE" altLang="de-DE" sz="1200" dirty="0"/>
              <a:t>Komponenten Orientierung</a:t>
            </a:r>
          </a:p>
        </p:txBody>
      </p:sp>
      <p:sp>
        <p:nvSpPr>
          <p:cNvPr id="1031" name="Line 11"/>
          <p:cNvSpPr>
            <a:spLocks noChangeShapeType="1"/>
          </p:cNvSpPr>
          <p:nvPr/>
        </p:nvSpPr>
        <p:spPr bwMode="auto">
          <a:xfrm>
            <a:off x="468313" y="6381750"/>
            <a:ext cx="8150225" cy="0"/>
          </a:xfrm>
          <a:prstGeom prst="line">
            <a:avLst/>
          </a:prstGeom>
          <a:noFill/>
          <a:ln w="25400">
            <a:solidFill>
              <a:srgbClr val="042EAE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32" name="Rectangle 12"/>
          <p:cNvSpPr>
            <a:spLocks noChangeArrowheads="1"/>
          </p:cNvSpPr>
          <p:nvPr/>
        </p:nvSpPr>
        <p:spPr bwMode="auto">
          <a:xfrm>
            <a:off x="6516688" y="6453188"/>
            <a:ext cx="21590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C735F766-00C7-4EB1-BD21-B0B9E251CF11}" type="slidenum">
              <a:rPr lang="de-DE" altLang="de-DE" sz="1200"/>
              <a:pPr algn="r" eaLnBrk="1" hangingPunct="1"/>
              <a:t>‹Nr.›</a:t>
            </a:fld>
            <a:endParaRPr lang="de-DE" altLang="de-DE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Was ist Komponentenorientierung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5F3D168F-864B-454D-8100-0CF2BCCFE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13" y="1556792"/>
            <a:ext cx="7419579" cy="230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756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Welche Probleme werden gelöst?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593370D2-1D1A-4FFE-8DF2-7CB97C85D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628800"/>
            <a:ext cx="6732767" cy="347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804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Merkmale komponentenorientierter Systeme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0503EBC-250A-4055-8D89-C8D3018A7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412" y="1283338"/>
            <a:ext cx="7645175" cy="4291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61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495D24-3F59-4E9E-B293-D82238990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Komponent</a:t>
            </a:r>
            <a:r>
              <a:rPr lang="de-CH" dirty="0"/>
              <a:t> Infrastruktur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8FDF2F2-CF86-4080-BC81-AC68EC5C19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B6DD6A7-5C76-4721-A715-EE487FC02D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299" y="1412776"/>
            <a:ext cx="8829401" cy="388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296925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21</Words>
  <Application>Microsoft Office PowerPoint</Application>
  <PresentationFormat>Bildschirmpräsentation (4:3)</PresentationFormat>
  <Paragraphs>8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6" baseType="lpstr">
      <vt:lpstr>Arial</vt:lpstr>
      <vt:lpstr>Standarddesign</vt:lpstr>
      <vt:lpstr>Was ist Komponentenorientierung</vt:lpstr>
      <vt:lpstr>Welche Probleme werden gelöst?</vt:lpstr>
      <vt:lpstr>Merkmale komponentenorientierter Systeme</vt:lpstr>
      <vt:lpstr>Komponent Infrastruktur</vt:lpstr>
    </vt:vector>
  </TitlesOfParts>
  <Company>Hochschule Osnabrück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Prof. Dr. Stephan Kleuker</dc:creator>
  <cp:lastModifiedBy>Ahmet Inci</cp:lastModifiedBy>
  <cp:revision>800</cp:revision>
  <dcterms:created xsi:type="dcterms:W3CDTF">2002-10-02T13:01:35Z</dcterms:created>
  <dcterms:modified xsi:type="dcterms:W3CDTF">2025-10-21T20:44:03Z</dcterms:modified>
</cp:coreProperties>
</file>