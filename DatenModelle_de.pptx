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1816" r:id="rId2"/>
    <p:sldId id="1817" r:id="rId3"/>
    <p:sldId id="1818" r:id="rId4"/>
    <p:sldId id="1819" r:id="rId5"/>
    <p:sldId id="1820" r:id="rId6"/>
    <p:sldId id="1821" r:id="rId7"/>
    <p:sldId id="1822" r:id="rId8"/>
    <p:sldId id="1823" r:id="rId9"/>
  </p:sldIdLst>
  <p:sldSz cx="9144000" cy="6858000" type="screen4x3"/>
  <p:notesSz cx="7099300" cy="10234613"/>
  <p:defaultTextStyle>
    <a:defPPr>
      <a:defRPr lang="de-DE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DDDDD"/>
    <a:srgbClr val="FFFF00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984" autoAdjust="0"/>
    <p:restoredTop sz="94978" autoAdjust="0"/>
  </p:normalViewPr>
  <p:slideViewPr>
    <p:cSldViewPr>
      <p:cViewPr>
        <p:scale>
          <a:sx n="85" d="100"/>
          <a:sy n="85" d="100"/>
        </p:scale>
        <p:origin x="1152" y="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8" d="100"/>
          <a:sy n="58" d="100"/>
        </p:scale>
        <p:origin x="3274" y="6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82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20" tIns="45709" rIns="91420" bIns="45709" numCol="1" anchor="t" anchorCtr="0" compatLnSpc="1">
            <a:prstTxWarp prst="textNoShape">
              <a:avLst/>
            </a:prstTxWarp>
          </a:bodyPr>
          <a:lstStyle>
            <a:lvl1pPr>
              <a:defRPr sz="110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111821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20" tIns="45709" rIns="91420" bIns="45709" numCol="1" anchor="t" anchorCtr="0" compatLnSpc="1">
            <a:prstTxWarp prst="textNoShape">
              <a:avLst/>
            </a:prstTxWarp>
          </a:bodyPr>
          <a:lstStyle>
            <a:lvl1pPr algn="r">
              <a:defRPr sz="110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111821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20" tIns="45709" rIns="91420" bIns="45709" numCol="1" anchor="b" anchorCtr="0" compatLnSpc="1">
            <a:prstTxWarp prst="textNoShape">
              <a:avLst/>
            </a:prstTxWarp>
          </a:bodyPr>
          <a:lstStyle>
            <a:lvl1pPr>
              <a:defRPr sz="110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111821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20" tIns="45709" rIns="91420" bIns="45709" numCol="1" anchor="b" anchorCtr="0" compatLnSpc="1">
            <a:prstTxWarp prst="textNoShape">
              <a:avLst/>
            </a:prstTxWarp>
          </a:bodyPr>
          <a:lstStyle>
            <a:lvl1pPr algn="r">
              <a:defRPr sz="1100"/>
            </a:lvl1pPr>
          </a:lstStyle>
          <a:p>
            <a:pPr>
              <a:defRPr/>
            </a:pPr>
            <a:fld id="{87006E12-A45D-4D6B-9DD7-136B45AB24AB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3053574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7283" tIns="48641" rIns="97283" bIns="48641" numCol="1" anchor="t" anchorCtr="0" compatLnSpc="1">
            <a:prstTxWarp prst="textNoShape">
              <a:avLst/>
            </a:prstTxWarp>
          </a:bodyPr>
          <a:lstStyle>
            <a:lvl1pPr defTabSz="973138">
              <a:defRPr sz="110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7283" tIns="48641" rIns="97283" bIns="48641" numCol="1" anchor="t" anchorCtr="0" compatLnSpc="1">
            <a:prstTxWarp prst="textNoShape">
              <a:avLst/>
            </a:prstTxWarp>
          </a:bodyPr>
          <a:lstStyle>
            <a:lvl1pPr algn="r" defTabSz="973138">
              <a:defRPr sz="110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5775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5363" y="768350"/>
            <a:ext cx="5116512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946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3" y="4859338"/>
            <a:ext cx="5680075" cy="4606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7283" tIns="48641" rIns="97283" bIns="4864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noProof="0"/>
              <a:t>Textmasterformate durch Klicken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</a:p>
        </p:txBody>
      </p:sp>
      <p:sp>
        <p:nvSpPr>
          <p:cNvPr id="1946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7283" tIns="48641" rIns="97283" bIns="48641" numCol="1" anchor="b" anchorCtr="0" compatLnSpc="1">
            <a:prstTxWarp prst="textNoShape">
              <a:avLst/>
            </a:prstTxWarp>
          </a:bodyPr>
          <a:lstStyle>
            <a:lvl1pPr defTabSz="973138">
              <a:defRPr sz="110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1946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7283" tIns="48641" rIns="97283" bIns="48641" numCol="1" anchor="b" anchorCtr="0" compatLnSpc="1">
            <a:prstTxWarp prst="textNoShape">
              <a:avLst/>
            </a:prstTxWarp>
          </a:bodyPr>
          <a:lstStyle>
            <a:lvl1pPr algn="r" defTabSz="973138">
              <a:defRPr sz="1100"/>
            </a:lvl1pPr>
          </a:lstStyle>
          <a:p>
            <a:pPr>
              <a:defRPr/>
            </a:pPr>
            <a:fld id="{8F2A6DE9-2C2A-47E2-A7F9-AD00AAF2042F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6474789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de-DE"/>
              <a:t>Formatvorlage des Untertitelmasters durch Klicken bearbeiten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dirty="0"/>
              <a:t>Ahmet Inci</a:t>
            </a:r>
          </a:p>
        </p:txBody>
      </p:sp>
    </p:spTree>
    <p:extLst>
      <p:ext uri="{BB962C8B-B14F-4D97-AF65-F5344CB8AC3E}">
        <p14:creationId xmlns:p14="http://schemas.microsoft.com/office/powerpoint/2010/main" val="10115947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dirty="0"/>
              <a:t>Ahmet Inci</a:t>
            </a:r>
          </a:p>
        </p:txBody>
      </p:sp>
    </p:spTree>
    <p:extLst>
      <p:ext uri="{BB962C8B-B14F-4D97-AF65-F5344CB8AC3E}">
        <p14:creationId xmlns:p14="http://schemas.microsoft.com/office/powerpoint/2010/main" val="24286296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dirty="0"/>
              <a:t>Ahmet Inci</a:t>
            </a:r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59BB0525-20E0-A8F9-4D5A-5A97359A8C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2018635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457200" y="1125538"/>
            <a:ext cx="4038600" cy="52562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48200" y="1125538"/>
            <a:ext cx="4038600" cy="52562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dirty="0"/>
              <a:t>Ahmet Inci</a:t>
            </a:r>
          </a:p>
        </p:txBody>
      </p:sp>
    </p:spTree>
    <p:extLst>
      <p:ext uri="{BB962C8B-B14F-4D97-AF65-F5344CB8AC3E}">
        <p14:creationId xmlns:p14="http://schemas.microsoft.com/office/powerpoint/2010/main" val="226554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dirty="0"/>
              <a:t>Ahmet Inci</a:t>
            </a:r>
          </a:p>
        </p:txBody>
      </p:sp>
    </p:spTree>
    <p:extLst>
      <p:ext uri="{BB962C8B-B14F-4D97-AF65-F5344CB8AC3E}">
        <p14:creationId xmlns:p14="http://schemas.microsoft.com/office/powerpoint/2010/main" val="13593181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dirty="0"/>
              <a:t>Ahmet Inci</a:t>
            </a:r>
          </a:p>
        </p:txBody>
      </p:sp>
    </p:spTree>
    <p:extLst>
      <p:ext uri="{BB962C8B-B14F-4D97-AF65-F5344CB8AC3E}">
        <p14:creationId xmlns:p14="http://schemas.microsoft.com/office/powerpoint/2010/main" val="16751678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dirty="0"/>
              <a:t>Ahmet Inci</a:t>
            </a:r>
          </a:p>
        </p:txBody>
      </p:sp>
    </p:spTree>
    <p:extLst>
      <p:ext uri="{BB962C8B-B14F-4D97-AF65-F5344CB8AC3E}">
        <p14:creationId xmlns:p14="http://schemas.microsoft.com/office/powerpoint/2010/main" val="790555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dirty="0"/>
              <a:t>Ahmet Inci</a:t>
            </a:r>
          </a:p>
        </p:txBody>
      </p:sp>
    </p:spTree>
    <p:extLst>
      <p:ext uri="{BB962C8B-B14F-4D97-AF65-F5344CB8AC3E}">
        <p14:creationId xmlns:p14="http://schemas.microsoft.com/office/powerpoint/2010/main" val="27565724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de-DE" noProof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dirty="0"/>
              <a:t>Ahmet Inci</a:t>
            </a:r>
          </a:p>
        </p:txBody>
      </p:sp>
    </p:spTree>
    <p:extLst>
      <p:ext uri="{BB962C8B-B14F-4D97-AF65-F5344CB8AC3E}">
        <p14:creationId xmlns:p14="http://schemas.microsoft.com/office/powerpoint/2010/main" val="11531512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dirty="0"/>
              <a:t>Ahmet Inci</a:t>
            </a:r>
          </a:p>
        </p:txBody>
      </p:sp>
    </p:spTree>
    <p:extLst>
      <p:ext uri="{BB962C8B-B14F-4D97-AF65-F5344CB8AC3E}">
        <p14:creationId xmlns:p14="http://schemas.microsoft.com/office/powerpoint/2010/main" val="42141617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6629400" y="260350"/>
            <a:ext cx="2057400" cy="6121400"/>
          </a:xfrm>
        </p:spPr>
        <p:txBody>
          <a:bodyPr vert="eaVert"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457200" y="260350"/>
            <a:ext cx="6019800" cy="6121400"/>
          </a:xfrm>
        </p:spPr>
        <p:txBody>
          <a:bodyPr vert="eaVer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dirty="0"/>
              <a:t>Ahmet Inci</a:t>
            </a:r>
          </a:p>
        </p:txBody>
      </p:sp>
    </p:spTree>
    <p:extLst>
      <p:ext uri="{BB962C8B-B14F-4D97-AF65-F5344CB8AC3E}">
        <p14:creationId xmlns:p14="http://schemas.microsoft.com/office/powerpoint/2010/main" val="22117903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el, Text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68313" y="260350"/>
            <a:ext cx="8135937" cy="777875"/>
          </a:xfr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sz="half" idx="1"/>
          </p:nvPr>
        </p:nvSpPr>
        <p:spPr>
          <a:xfrm>
            <a:off x="457200" y="1125538"/>
            <a:ext cx="4038600" cy="5256212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48200" y="1125538"/>
            <a:ext cx="4038600" cy="5256212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dirty="0"/>
              <a:t>Ahmet Inci</a:t>
            </a:r>
          </a:p>
        </p:txBody>
      </p:sp>
    </p:spTree>
    <p:extLst>
      <p:ext uri="{BB962C8B-B14F-4D97-AF65-F5344CB8AC3E}">
        <p14:creationId xmlns:p14="http://schemas.microsoft.com/office/powerpoint/2010/main" val="35762453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el und Tabel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68313" y="260350"/>
            <a:ext cx="8135937" cy="777875"/>
          </a:xfr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abellenplatzhalter 2"/>
          <p:cNvSpPr>
            <a:spLocks noGrp="1"/>
          </p:cNvSpPr>
          <p:nvPr>
            <p:ph type="tbl" idx="1"/>
          </p:nvPr>
        </p:nvSpPr>
        <p:spPr>
          <a:xfrm>
            <a:off x="457200" y="1125538"/>
            <a:ext cx="8229600" cy="5256212"/>
          </a:xfrm>
        </p:spPr>
        <p:txBody>
          <a:bodyPr/>
          <a:lstStyle/>
          <a:p>
            <a:pPr lvl="0"/>
            <a:endParaRPr lang="de-DE" noProof="0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dirty="0"/>
              <a:t>Ahmet Inci</a:t>
            </a:r>
          </a:p>
        </p:txBody>
      </p:sp>
    </p:spTree>
    <p:extLst>
      <p:ext uri="{BB962C8B-B14F-4D97-AF65-F5344CB8AC3E}">
        <p14:creationId xmlns:p14="http://schemas.microsoft.com/office/powerpoint/2010/main" val="10783851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el, Text und 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68313" y="260350"/>
            <a:ext cx="8135937" cy="777875"/>
          </a:xfr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sz="half" idx="1"/>
          </p:nvPr>
        </p:nvSpPr>
        <p:spPr>
          <a:xfrm>
            <a:off x="457200" y="1125538"/>
            <a:ext cx="4038600" cy="5256212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quarter" idx="2"/>
          </p:nvPr>
        </p:nvSpPr>
        <p:spPr>
          <a:xfrm>
            <a:off x="4648200" y="1125538"/>
            <a:ext cx="4038600" cy="2551112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Inhaltsplatzhalter 4"/>
          <p:cNvSpPr>
            <a:spLocks noGrp="1"/>
          </p:cNvSpPr>
          <p:nvPr>
            <p:ph sz="quarter" idx="3"/>
          </p:nvPr>
        </p:nvSpPr>
        <p:spPr>
          <a:xfrm>
            <a:off x="4648200" y="3829050"/>
            <a:ext cx="4038600" cy="2552700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dirty="0"/>
              <a:t>Ahmet Inci</a:t>
            </a:r>
          </a:p>
        </p:txBody>
      </p:sp>
    </p:spTree>
    <p:extLst>
      <p:ext uri="{BB962C8B-B14F-4D97-AF65-F5344CB8AC3E}">
        <p14:creationId xmlns:p14="http://schemas.microsoft.com/office/powerpoint/2010/main" val="408227272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 preserve="1">
  <p:cSld name="Titel und Text über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68313" y="260350"/>
            <a:ext cx="8135937" cy="777875"/>
          </a:xfr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sz="half" idx="1"/>
          </p:nvPr>
        </p:nvSpPr>
        <p:spPr>
          <a:xfrm>
            <a:off x="457200" y="1125538"/>
            <a:ext cx="8229600" cy="2551112"/>
          </a:xfrm>
        </p:spPr>
        <p:txBody>
          <a:bodyPr/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57200" y="3829050"/>
            <a:ext cx="8229600" cy="2552700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dirty="0"/>
              <a:t>Ahmet Inci</a:t>
            </a:r>
          </a:p>
        </p:txBody>
      </p:sp>
    </p:spTree>
    <p:extLst>
      <p:ext uri="{BB962C8B-B14F-4D97-AF65-F5344CB8AC3E}">
        <p14:creationId xmlns:p14="http://schemas.microsoft.com/office/powerpoint/2010/main" val="27385408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68313" y="260350"/>
            <a:ext cx="8135937" cy="77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/>
              <a:t>Titelmasterformat durch Klicken bearbeiten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125538"/>
            <a:ext cx="8229600" cy="5256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 dirty="0"/>
              <a:t>Textmasterformate durch Klicken bearbeiten</a:t>
            </a:r>
          </a:p>
          <a:p>
            <a:pPr lvl="1"/>
            <a:r>
              <a:rPr lang="de-DE" altLang="de-DE" dirty="0"/>
              <a:t>Zweite Ebene</a:t>
            </a:r>
          </a:p>
          <a:p>
            <a:pPr lvl="2"/>
            <a:r>
              <a:rPr lang="de-DE" altLang="de-DE" dirty="0"/>
              <a:t>Dritte Ebene</a:t>
            </a:r>
          </a:p>
          <a:p>
            <a:pPr lvl="3"/>
            <a:r>
              <a:rPr lang="de-DE" altLang="de-DE" dirty="0"/>
              <a:t>Vierte Ebene</a:t>
            </a:r>
          </a:p>
          <a:p>
            <a:pPr lvl="4"/>
            <a:r>
              <a:rPr lang="de-DE" altLang="de-DE" dirty="0"/>
              <a:t>Fünfte Ebene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932363" y="6453188"/>
            <a:ext cx="1800225" cy="268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200"/>
            </a:lvl1pPr>
          </a:lstStyle>
          <a:p>
            <a:pPr>
              <a:defRPr/>
            </a:pPr>
            <a:r>
              <a:rPr lang="de-DE" dirty="0"/>
              <a:t>Ahmet Inci</a:t>
            </a:r>
          </a:p>
        </p:txBody>
      </p:sp>
      <p:sp>
        <p:nvSpPr>
          <p:cNvPr id="2" name="Line 8"/>
          <p:cNvSpPr>
            <a:spLocks noChangeShapeType="1"/>
          </p:cNvSpPr>
          <p:nvPr/>
        </p:nvSpPr>
        <p:spPr bwMode="auto">
          <a:xfrm>
            <a:off x="460375" y="990600"/>
            <a:ext cx="8150225" cy="0"/>
          </a:xfrm>
          <a:prstGeom prst="line">
            <a:avLst/>
          </a:prstGeom>
          <a:noFill/>
          <a:ln w="25400">
            <a:solidFill>
              <a:srgbClr val="042EAE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1030" name="Rectangle 10"/>
          <p:cNvSpPr>
            <a:spLocks noChangeArrowheads="1"/>
          </p:cNvSpPr>
          <p:nvPr/>
        </p:nvSpPr>
        <p:spPr bwMode="auto">
          <a:xfrm>
            <a:off x="468313" y="6453188"/>
            <a:ext cx="3167062" cy="268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de-DE" altLang="de-DE" sz="1200" dirty="0"/>
              <a:t>Daten </a:t>
            </a:r>
            <a:r>
              <a:rPr lang="de-CH" altLang="de-DE" sz="1200" dirty="0"/>
              <a:t>&amp; Datenmodelle</a:t>
            </a:r>
            <a:endParaRPr lang="de-DE" altLang="de-DE" sz="1200" dirty="0"/>
          </a:p>
        </p:txBody>
      </p:sp>
      <p:sp>
        <p:nvSpPr>
          <p:cNvPr id="1031" name="Line 11"/>
          <p:cNvSpPr>
            <a:spLocks noChangeShapeType="1"/>
          </p:cNvSpPr>
          <p:nvPr/>
        </p:nvSpPr>
        <p:spPr bwMode="auto">
          <a:xfrm>
            <a:off x="468313" y="6381750"/>
            <a:ext cx="8150225" cy="0"/>
          </a:xfrm>
          <a:prstGeom prst="line">
            <a:avLst/>
          </a:prstGeom>
          <a:noFill/>
          <a:ln w="25400">
            <a:solidFill>
              <a:srgbClr val="042EAE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1032" name="Rectangle 12"/>
          <p:cNvSpPr>
            <a:spLocks noChangeArrowheads="1"/>
          </p:cNvSpPr>
          <p:nvPr/>
        </p:nvSpPr>
        <p:spPr bwMode="auto">
          <a:xfrm>
            <a:off x="6516688" y="6453188"/>
            <a:ext cx="2159000" cy="268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/>
            <a:fld id="{C735F766-00C7-4EB1-BD21-B0B9E251CF11}" type="slidenum">
              <a:rPr lang="de-DE" altLang="de-DE" sz="1200"/>
              <a:pPr algn="r" eaLnBrk="1" hangingPunct="1"/>
              <a:t>‹Nr.›</a:t>
            </a:fld>
            <a:endParaRPr lang="de-DE" altLang="de-DE" sz="12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hf sldNum="0"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4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 b="1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b="1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b="1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b="1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 b="1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 b="1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 b="1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 b="1">
          <a:solidFill>
            <a:schemeClr val="tx1"/>
          </a:solidFill>
          <a:latin typeface="+mn-lt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9006547-C76D-8426-7F5E-A45ADD6482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Daten und Datenmodelle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BCB348F-0928-F43B-0737-600B1FE8652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Ahmet Inci</a:t>
            </a:r>
            <a:endParaRPr lang="de-DE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00AA5BC4-D0CB-4658-AC4A-9C9729DE1D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3268" y="2273450"/>
            <a:ext cx="6617463" cy="2311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97561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9006547-C76D-8426-7F5E-A45ADD6482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Warum sind Datenmodelle wichtig?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BCB348F-0928-F43B-0737-600B1FE8652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Ahmet Inci</a:t>
            </a:r>
            <a:endParaRPr lang="de-DE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5AA170D6-804F-4BB3-9FF4-AEC6EBB999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664" y="1549039"/>
            <a:ext cx="7454672" cy="3759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34789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9006547-C76D-8426-7F5E-A45ADD6482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Gute vs. schlechte Datenmodelle erkennen</a:t>
            </a:r>
            <a:endParaRPr lang="de-CH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BCB348F-0928-F43B-0737-600B1FE8652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Ahmet Inci</a:t>
            </a:r>
            <a:endParaRPr lang="de-DE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D38C2468-1024-4C20-B5DD-8A59D6F96E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0478" y="1676876"/>
            <a:ext cx="4943044" cy="3504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58046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9006547-C76D-8426-7F5E-A45ADD6482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/>
              <a:t>Datenmodelle systematisch entwerfen</a:t>
            </a:r>
            <a:endParaRPr lang="de-CH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BCB348F-0928-F43B-0737-600B1FE8652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Ahmet Inci</a:t>
            </a:r>
            <a:endParaRPr lang="de-DE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834AA0FE-C574-4559-9619-A8F0B4D427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950" y="1544026"/>
            <a:ext cx="4206099" cy="3769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96191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9006547-C76D-8426-7F5E-A45ADD6482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Produkte und Summen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BCB348F-0928-F43B-0737-600B1FE8652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Ahmet Inci</a:t>
            </a:r>
            <a:endParaRPr lang="de-DE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834AA0FE-C574-4559-9619-A8F0B4D427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950" y="1544026"/>
            <a:ext cx="4206099" cy="3769948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804FC274-A89D-4242-B831-7333D7EF05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3196" y="1416188"/>
            <a:ext cx="4777608" cy="4025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83694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9006547-C76D-8426-7F5E-A45ADD6482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Fachliches Modell vs. technisches Modell</a:t>
            </a:r>
            <a:endParaRPr lang="de-CH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BCB348F-0928-F43B-0737-600B1FE8652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Ahmet Inci</a:t>
            </a:r>
            <a:endParaRPr lang="de-DE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B8D9D329-1063-472E-B254-8081A82A48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3648" y="1664343"/>
            <a:ext cx="6657569" cy="352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89377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9006547-C76D-8426-7F5E-A45ADD6482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Wie Daten Architektur beeinflussen?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BCB348F-0928-F43B-0737-600B1FE8652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Ahmet Inci</a:t>
            </a:r>
            <a:endParaRPr lang="de-DE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676AF243-9AC9-4FE0-91EE-80D0225735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4538" y="1920018"/>
            <a:ext cx="5654923" cy="3017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3937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9006547-C76D-8426-7F5E-A45ADD6482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Wie Daten Architektur beeinflussen?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BCB348F-0928-F43B-0737-600B1FE8652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Ahmet Inci</a:t>
            </a:r>
            <a:endParaRPr lang="de-DE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AD8FC0A9-AC4C-4E04-A183-BC691BD7D9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592" y="1700808"/>
            <a:ext cx="5569698" cy="2511628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29C4AE5D-2C1E-4192-9809-6DC55831D9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7414" y="4365104"/>
            <a:ext cx="6015875" cy="1524022"/>
          </a:xfrm>
          <a:prstGeom prst="rect">
            <a:avLst/>
          </a:prstGeom>
        </p:spPr>
      </p:pic>
      <p:sp>
        <p:nvSpPr>
          <p:cNvPr id="10" name="Textfeld 9">
            <a:extLst>
              <a:ext uri="{FF2B5EF4-FFF2-40B4-BE49-F238E27FC236}">
                <a16:creationId xmlns:a16="http://schemas.microsoft.com/office/drawing/2014/main" id="{B0A6D538-2310-4612-B22F-96BCA7AE277A}"/>
              </a:ext>
            </a:extLst>
          </p:cNvPr>
          <p:cNvSpPr txBox="1"/>
          <p:nvPr/>
        </p:nvSpPr>
        <p:spPr>
          <a:xfrm>
            <a:off x="755576" y="1296551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CH" dirty="0"/>
              <a:t>Fachliches Datenmodell (Webshop)</a:t>
            </a:r>
          </a:p>
        </p:txBody>
      </p:sp>
    </p:spTree>
    <p:extLst>
      <p:ext uri="{BB962C8B-B14F-4D97-AF65-F5344CB8AC3E}">
        <p14:creationId xmlns:p14="http://schemas.microsoft.com/office/powerpoint/2010/main" val="3968124688"/>
      </p:ext>
    </p:extLst>
  </p:cSld>
  <p:clrMapOvr>
    <a:masterClrMapping/>
  </p:clrMapOvr>
</p:sld>
</file>

<file path=ppt/theme/theme1.xml><?xml version="1.0" encoding="utf-8"?>
<a:theme xmlns:a="http://schemas.openxmlformats.org/drawingml/2006/main" name="Standarddesign">
  <a:themeElements>
    <a:clrScheme name="Standard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Standard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Standard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Larissa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Larissa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57</Words>
  <Application>Microsoft Office PowerPoint</Application>
  <PresentationFormat>Bildschirmpräsentation (4:3)</PresentationFormat>
  <Paragraphs>17</Paragraphs>
  <Slides>8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1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8</vt:i4>
      </vt:variant>
    </vt:vector>
  </HeadingPairs>
  <TitlesOfParts>
    <vt:vector size="10" baseType="lpstr">
      <vt:lpstr>Arial</vt:lpstr>
      <vt:lpstr>Standarddesign</vt:lpstr>
      <vt:lpstr>Daten und Datenmodelle</vt:lpstr>
      <vt:lpstr>Warum sind Datenmodelle wichtig?</vt:lpstr>
      <vt:lpstr>Gute vs. schlechte Datenmodelle erkennen</vt:lpstr>
      <vt:lpstr>Datenmodelle systematisch entwerfen</vt:lpstr>
      <vt:lpstr>Produkte und Summen</vt:lpstr>
      <vt:lpstr>Fachliches Modell vs. technisches Modell</vt:lpstr>
      <vt:lpstr>Wie Daten Architektur beeinflussen?</vt:lpstr>
      <vt:lpstr>Wie Daten Architektur beeinflussen?</vt:lpstr>
    </vt:vector>
  </TitlesOfParts>
  <Company>Hochschule Osnabrück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Folie 1</dc:title>
  <dc:creator>Prof. Dr. Stephan Kleuker</dc:creator>
  <cp:lastModifiedBy>Ahmet Inci</cp:lastModifiedBy>
  <cp:revision>836</cp:revision>
  <dcterms:created xsi:type="dcterms:W3CDTF">2002-10-02T13:01:35Z</dcterms:created>
  <dcterms:modified xsi:type="dcterms:W3CDTF">2025-11-20T17:34:00Z</dcterms:modified>
</cp:coreProperties>
</file>