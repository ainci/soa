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816" r:id="rId2"/>
    <p:sldId id="1817" r:id="rId3"/>
    <p:sldId id="1820" r:id="rId4"/>
    <p:sldId id="1824" r:id="rId5"/>
    <p:sldId id="1827" r:id="rId6"/>
    <p:sldId id="1826" r:id="rId7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1995" autoAdjust="0"/>
  </p:normalViewPr>
  <p:slideViewPr>
    <p:cSldViewPr>
      <p:cViewPr varScale="1">
        <p:scale>
          <a:sx n="76" d="100"/>
          <a:sy n="76" d="100"/>
        </p:scale>
        <p:origin x="1177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de-DE"/>
              <a:t>dadf</a:t>
            </a:r>
          </a:p>
        </p:txBody>
      </p:sp>
      <p:sp>
        <p:nvSpPr>
          <p:cNvPr id="1118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87006E12-A45D-4D6B-9DD7-136B45AB24A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53574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7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fld id="{8F2A6DE9-2C2A-47E2-A7F9-AD00AAF2042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F0A0966-7F99-632F-C9A0-DDCE08D88C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CH"/>
              <a:t>dadf</a:t>
            </a:r>
          </a:p>
        </p:txBody>
      </p:sp>
    </p:spTree>
    <p:extLst>
      <p:ext uri="{BB962C8B-B14F-4D97-AF65-F5344CB8AC3E}">
        <p14:creationId xmlns:p14="http://schemas.microsoft.com/office/powerpoint/2010/main" val="286474789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7313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7313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7313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7313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7313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731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2A90EFE-5FC8-4748-8B82-29D1AB8015B5}" type="slidenum">
              <a:rPr lang="de-DE" altLang="de-DE" smtClean="0"/>
              <a:pPr eaLnBrk="1" hangingPunct="1"/>
              <a:t>3</a:t>
            </a:fld>
            <a:endParaRPr lang="de-DE" altLang="de-DE"/>
          </a:p>
        </p:txBody>
      </p:sp>
      <p:sp>
        <p:nvSpPr>
          <p:cNvPr id="73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e-DE" alt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861E90-8DA8-0A6F-2E1A-685C3498E86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CH"/>
              <a:t>dadf</a:t>
            </a:r>
          </a:p>
        </p:txBody>
      </p:sp>
    </p:spTree>
    <p:extLst>
      <p:ext uri="{BB962C8B-B14F-4D97-AF65-F5344CB8AC3E}">
        <p14:creationId xmlns:p14="http://schemas.microsoft.com/office/powerpoint/2010/main" val="279561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1159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42862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BB0525-20E0-A8F9-4D5A-5A97359A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186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65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3593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67516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7905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5657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15315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21416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21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21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1179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3576245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5256212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78385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5511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8200" y="3829050"/>
            <a:ext cx="4038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08227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8229600" cy="25511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829050"/>
            <a:ext cx="8229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385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135937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32363" y="6453188"/>
            <a:ext cx="18002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460375" y="99060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0" name="Rectangle 10"/>
          <p:cNvSpPr>
            <a:spLocks noChangeArrowheads="1"/>
          </p:cNvSpPr>
          <p:nvPr/>
        </p:nvSpPr>
        <p:spPr bwMode="auto">
          <a:xfrm>
            <a:off x="468313" y="6453188"/>
            <a:ext cx="316706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de-DE" sz="1200" dirty="0"/>
              <a:t>Framework, IOC</a:t>
            </a:r>
          </a:p>
        </p:txBody>
      </p:sp>
      <p:sp>
        <p:nvSpPr>
          <p:cNvPr id="1031" name="Line 11"/>
          <p:cNvSpPr>
            <a:spLocks noChangeShapeType="1"/>
          </p:cNvSpPr>
          <p:nvPr/>
        </p:nvSpPr>
        <p:spPr bwMode="auto">
          <a:xfrm>
            <a:off x="468313" y="638175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2" name="Rectangle 12"/>
          <p:cNvSpPr>
            <a:spLocks noChangeArrowheads="1"/>
          </p:cNvSpPr>
          <p:nvPr/>
        </p:nvSpPr>
        <p:spPr bwMode="auto">
          <a:xfrm>
            <a:off x="6516688" y="6453188"/>
            <a:ext cx="21590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5F766-00C7-4EB1-BD21-B0B9E251CF11}" type="slidenum">
              <a:rPr lang="de-DE" altLang="de-DE" sz="1200"/>
              <a:pPr algn="r" eaLnBrk="1" hangingPunct="1"/>
              <a:t>‹Nr.›</a:t>
            </a:fld>
            <a:endParaRPr lang="de-DE" altLang="de-DE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is Inversion of Control (IoC)?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Ahmet Inci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D39BBA4-4B03-471C-B695-253D12650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23" y="1992710"/>
            <a:ext cx="8016154" cy="287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5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Vorteile der Inversion </a:t>
            </a:r>
            <a:r>
              <a:rPr lang="de-CH" dirty="0" err="1"/>
              <a:t>of</a:t>
            </a:r>
            <a:r>
              <a:rPr lang="de-CH" dirty="0"/>
              <a:t> Control (</a:t>
            </a:r>
            <a:r>
              <a:rPr lang="de-CH" dirty="0" err="1"/>
              <a:t>IoC</a:t>
            </a:r>
            <a:r>
              <a:rPr lang="de-CH" dirty="0"/>
              <a:t>)</a:t>
            </a:r>
            <a:br>
              <a:rPr lang="de-CH" b="1" dirty="0"/>
            </a:b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3F9A519-E202-417B-8E2F-78B28C156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96" y="2082948"/>
            <a:ext cx="8036207" cy="269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7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Fußzeilenplatzhalt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de-DE" dirty="0"/>
              <a:t>Ahmet Inci</a:t>
            </a:r>
          </a:p>
        </p:txBody>
      </p:sp>
      <p:sp>
        <p:nvSpPr>
          <p:cNvPr id="179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Spring Boot Flow Architecture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A656EA4-466E-0A52-09BA-C75ABEE88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136" y="1672886"/>
            <a:ext cx="3330229" cy="207282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9C5CFF2-9554-41FE-A8C3-0507C0F72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556897"/>
            <a:ext cx="5265370" cy="129603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CF46AED-0331-40F8-8F04-3FA01EBA9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77" y="4149080"/>
            <a:ext cx="7961008" cy="136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48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61CA4-7936-B82F-34EB-3254BEE3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Spring Boot Architecture</a:t>
            </a:r>
            <a:endParaRPr lang="de-CH" b="1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A9588A-5C40-4A07-46F5-0FD914324A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29B1B3D-B0A4-4260-B742-9117AD807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32" y="1272097"/>
            <a:ext cx="7399527" cy="143378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53A307A-104E-4B76-84C0-3B8A248F6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6" y="3360029"/>
            <a:ext cx="7665228" cy="222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493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968319-E7C2-CAAA-EF0B-A5F883B08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 err="1"/>
              <a:t>Constructor-Based</a:t>
            </a:r>
            <a:r>
              <a:rPr lang="de-CH" b="1" dirty="0"/>
              <a:t> </a:t>
            </a:r>
            <a:r>
              <a:rPr lang="de-CH" b="1" dirty="0" err="1"/>
              <a:t>Dependency</a:t>
            </a:r>
            <a:r>
              <a:rPr lang="de-CH" b="1" dirty="0"/>
              <a:t> </a:t>
            </a:r>
            <a:r>
              <a:rPr lang="de-CH" b="1" dirty="0" err="1"/>
              <a:t>Injection</a:t>
            </a:r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C03B13-C3C4-3B73-AF5E-5A30B1FA1A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A22E398-14B0-419C-BAA8-A51030EBB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96752"/>
            <a:ext cx="6587383" cy="202534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0CA6829-E951-4167-958F-7417D2B4A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7" y="3501009"/>
            <a:ext cx="3960439" cy="187168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F218ECD-B46D-4CDA-AA4B-C036AE575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5517232"/>
            <a:ext cx="6913243" cy="70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06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968319-E7C2-CAAA-EF0B-A5F883B08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Dependency</a:t>
            </a:r>
            <a:r>
              <a:rPr lang="de-CH" dirty="0"/>
              <a:t> </a:t>
            </a:r>
            <a:r>
              <a:rPr lang="de-CH" dirty="0" err="1"/>
              <a:t>Injection</a:t>
            </a:r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C03B13-C3C4-3B73-AF5E-5A30B1FA1A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EBFDA726-CA61-0B23-62D9-D0EF319D2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705" y="1675946"/>
            <a:ext cx="3589090" cy="178679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AFDDF9A-C65E-4ADA-BB7E-BC4EF3A28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3" y="1247983"/>
            <a:ext cx="5111799" cy="77759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2D47F13-246C-45AE-B68C-A1DBE6111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3429000"/>
            <a:ext cx="7339368" cy="288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65785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</Words>
  <Application>Microsoft Office PowerPoint</Application>
  <PresentationFormat>Bildschirmpräsentation (4:3)</PresentationFormat>
  <Paragraphs>13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8" baseType="lpstr">
      <vt:lpstr>Arial</vt:lpstr>
      <vt:lpstr>Standarddesign</vt:lpstr>
      <vt:lpstr>Was is Inversion of Control (IoC)?</vt:lpstr>
      <vt:lpstr>Vorteile der Inversion of Control (IoC) </vt:lpstr>
      <vt:lpstr>Spring Boot Flow Architecture</vt:lpstr>
      <vt:lpstr>Spring Boot Architecture</vt:lpstr>
      <vt:lpstr>Constructor-Based Dependency Injection</vt:lpstr>
      <vt:lpstr>Dependency Injection</vt:lpstr>
    </vt:vector>
  </TitlesOfParts>
  <Company>Hochschule Osnabrück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Prof. Dr. Stephan Kleuker</dc:creator>
  <cp:lastModifiedBy>Ahmet Inci</cp:lastModifiedBy>
  <cp:revision>750</cp:revision>
  <dcterms:created xsi:type="dcterms:W3CDTF">2002-10-02T13:01:35Z</dcterms:created>
  <dcterms:modified xsi:type="dcterms:W3CDTF">2025-09-18T07:47:57Z</dcterms:modified>
</cp:coreProperties>
</file>