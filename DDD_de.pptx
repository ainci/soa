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1816" r:id="rId2"/>
    <p:sldId id="1826" r:id="rId3"/>
    <p:sldId id="1828" r:id="rId4"/>
    <p:sldId id="1829" r:id="rId5"/>
    <p:sldId id="1817" r:id="rId6"/>
    <p:sldId id="1830" r:id="rId7"/>
    <p:sldId id="1839" r:id="rId8"/>
    <p:sldId id="1831" r:id="rId9"/>
    <p:sldId id="1838" r:id="rId10"/>
    <p:sldId id="1832" r:id="rId11"/>
    <p:sldId id="1833" r:id="rId12"/>
    <p:sldId id="1834" r:id="rId13"/>
    <p:sldId id="1835" r:id="rId14"/>
    <p:sldId id="1836" r:id="rId15"/>
    <p:sldId id="1837" r:id="rId16"/>
  </p:sldIdLst>
  <p:sldSz cx="9144000" cy="6858000" type="screen4x3"/>
  <p:notesSz cx="7099300" cy="10234613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DDDD"/>
    <a:srgbClr val="FFFF0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984" autoAdjust="0"/>
    <p:restoredTop sz="94978" autoAdjust="0"/>
  </p:normalViewPr>
  <p:slideViewPr>
    <p:cSldViewPr>
      <p:cViewPr varScale="1">
        <p:scale>
          <a:sx n="83" d="100"/>
          <a:sy n="83" d="100"/>
        </p:scale>
        <p:origin x="1199" y="35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8" d="100"/>
          <a:sy n="58" d="100"/>
        </p:scale>
        <p:origin x="3274" y="6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2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0" tIns="45709" rIns="91420" bIns="45709" numCol="1" anchor="t" anchorCtr="0" compatLnSpc="1">
            <a:prstTxWarp prst="textNoShape">
              <a:avLst/>
            </a:prstTxWarp>
          </a:bodyPr>
          <a:lstStyle>
            <a:lvl1pPr>
              <a:defRPr sz="11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11821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0" tIns="45709" rIns="91420" bIns="45709" numCol="1" anchor="t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11821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0" tIns="45709" rIns="91420" bIns="45709" numCol="1" anchor="b" anchorCtr="0" compatLnSpc="1">
            <a:prstTxWarp prst="textNoShape">
              <a:avLst/>
            </a:prstTxWarp>
          </a:bodyPr>
          <a:lstStyle>
            <a:lvl1pPr>
              <a:defRPr sz="11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11821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0" tIns="45709" rIns="91420" bIns="45709" numCol="1" anchor="b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pPr>
              <a:defRPr/>
            </a:pPr>
            <a:fld id="{87006E12-A45D-4D6B-9DD7-136B45AB24AB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3053574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7283" tIns="48641" rIns="97283" bIns="48641" numCol="1" anchor="t" anchorCtr="0" compatLnSpc="1">
            <a:prstTxWarp prst="textNoShape">
              <a:avLst/>
            </a:prstTxWarp>
          </a:bodyPr>
          <a:lstStyle>
            <a:lvl1pPr defTabSz="973138">
              <a:defRPr sz="11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7283" tIns="48641" rIns="97283" bIns="48641" numCol="1" anchor="t" anchorCtr="0" compatLnSpc="1">
            <a:prstTxWarp prst="textNoShape">
              <a:avLst/>
            </a:prstTxWarp>
          </a:bodyPr>
          <a:lstStyle>
            <a:lvl1pPr algn="r" defTabSz="973138">
              <a:defRPr sz="11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775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5363" y="768350"/>
            <a:ext cx="5116512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946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59338"/>
            <a:ext cx="5680075" cy="4606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7283" tIns="48641" rIns="97283" bIns="4864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noProof="0"/>
              <a:t>Textmasterformate durch Klicken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</p:txBody>
      </p:sp>
      <p:sp>
        <p:nvSpPr>
          <p:cNvPr id="1946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7283" tIns="48641" rIns="97283" bIns="48641" numCol="1" anchor="b" anchorCtr="0" compatLnSpc="1">
            <a:prstTxWarp prst="textNoShape">
              <a:avLst/>
            </a:prstTxWarp>
          </a:bodyPr>
          <a:lstStyle>
            <a:lvl1pPr defTabSz="973138">
              <a:defRPr sz="11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946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7283" tIns="48641" rIns="97283" bIns="48641" numCol="1" anchor="b" anchorCtr="0" compatLnSpc="1">
            <a:prstTxWarp prst="textNoShape">
              <a:avLst/>
            </a:prstTxWarp>
          </a:bodyPr>
          <a:lstStyle>
            <a:lvl1pPr algn="r" defTabSz="973138">
              <a:defRPr sz="1100"/>
            </a:lvl1pPr>
          </a:lstStyle>
          <a:p>
            <a:pPr>
              <a:defRPr/>
            </a:pPr>
            <a:fld id="{8F2A6DE9-2C2A-47E2-A7F9-AD00AAF2042F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6474789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/>
              <a:t>Ahmet Inci</a:t>
            </a:r>
          </a:p>
        </p:txBody>
      </p:sp>
    </p:spTree>
    <p:extLst>
      <p:ext uri="{BB962C8B-B14F-4D97-AF65-F5344CB8AC3E}">
        <p14:creationId xmlns:p14="http://schemas.microsoft.com/office/powerpoint/2010/main" val="10115947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/>
              <a:t>Ahmet Inci</a:t>
            </a:r>
          </a:p>
        </p:txBody>
      </p:sp>
    </p:spTree>
    <p:extLst>
      <p:ext uri="{BB962C8B-B14F-4D97-AF65-F5344CB8AC3E}">
        <p14:creationId xmlns:p14="http://schemas.microsoft.com/office/powerpoint/2010/main" val="24286296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/>
              <a:t>Ahmet Inci</a:t>
            </a:r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59BB0525-20E0-A8F9-4D5A-5A97359A8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201863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1125538"/>
            <a:ext cx="4038600" cy="52562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125538"/>
            <a:ext cx="4038600" cy="52562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/>
              <a:t>Ahmet Inci</a:t>
            </a:r>
          </a:p>
        </p:txBody>
      </p:sp>
    </p:spTree>
    <p:extLst>
      <p:ext uri="{BB962C8B-B14F-4D97-AF65-F5344CB8AC3E}">
        <p14:creationId xmlns:p14="http://schemas.microsoft.com/office/powerpoint/2010/main" val="226554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/>
              <a:t>Ahmet Inci</a:t>
            </a:r>
          </a:p>
        </p:txBody>
      </p:sp>
    </p:spTree>
    <p:extLst>
      <p:ext uri="{BB962C8B-B14F-4D97-AF65-F5344CB8AC3E}">
        <p14:creationId xmlns:p14="http://schemas.microsoft.com/office/powerpoint/2010/main" val="13593181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/>
              <a:t>Ahmet Inci</a:t>
            </a:r>
          </a:p>
        </p:txBody>
      </p:sp>
    </p:spTree>
    <p:extLst>
      <p:ext uri="{BB962C8B-B14F-4D97-AF65-F5344CB8AC3E}">
        <p14:creationId xmlns:p14="http://schemas.microsoft.com/office/powerpoint/2010/main" val="16751678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/>
              <a:t>Ahmet Inci</a:t>
            </a:r>
          </a:p>
        </p:txBody>
      </p:sp>
    </p:spTree>
    <p:extLst>
      <p:ext uri="{BB962C8B-B14F-4D97-AF65-F5344CB8AC3E}">
        <p14:creationId xmlns:p14="http://schemas.microsoft.com/office/powerpoint/2010/main" val="79055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/>
              <a:t>Ahmet Inci</a:t>
            </a:r>
          </a:p>
        </p:txBody>
      </p:sp>
    </p:spTree>
    <p:extLst>
      <p:ext uri="{BB962C8B-B14F-4D97-AF65-F5344CB8AC3E}">
        <p14:creationId xmlns:p14="http://schemas.microsoft.com/office/powerpoint/2010/main" val="27565724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de-DE" noProof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/>
              <a:t>Ahmet Inci</a:t>
            </a:r>
          </a:p>
        </p:txBody>
      </p:sp>
    </p:spTree>
    <p:extLst>
      <p:ext uri="{BB962C8B-B14F-4D97-AF65-F5344CB8AC3E}">
        <p14:creationId xmlns:p14="http://schemas.microsoft.com/office/powerpoint/2010/main" val="11531512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/>
              <a:t>Ahmet Inci</a:t>
            </a:r>
          </a:p>
        </p:txBody>
      </p:sp>
    </p:spTree>
    <p:extLst>
      <p:ext uri="{BB962C8B-B14F-4D97-AF65-F5344CB8AC3E}">
        <p14:creationId xmlns:p14="http://schemas.microsoft.com/office/powerpoint/2010/main" val="42141617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629400" y="260350"/>
            <a:ext cx="2057400" cy="6121400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57200" y="260350"/>
            <a:ext cx="6019800" cy="6121400"/>
          </a:xfrm>
        </p:spPr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/>
              <a:t>Ahmet Inci</a:t>
            </a:r>
          </a:p>
        </p:txBody>
      </p:sp>
    </p:spTree>
    <p:extLst>
      <p:ext uri="{BB962C8B-B14F-4D97-AF65-F5344CB8AC3E}">
        <p14:creationId xmlns:p14="http://schemas.microsoft.com/office/powerpoint/2010/main" val="22117903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el, Text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8313" y="260350"/>
            <a:ext cx="8135937" cy="777875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half" idx="1"/>
          </p:nvPr>
        </p:nvSpPr>
        <p:spPr>
          <a:xfrm>
            <a:off x="457200" y="1125538"/>
            <a:ext cx="4038600" cy="5256212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125538"/>
            <a:ext cx="4038600" cy="5256212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/>
              <a:t>Ahmet Inci</a:t>
            </a:r>
          </a:p>
        </p:txBody>
      </p:sp>
    </p:spTree>
    <p:extLst>
      <p:ext uri="{BB962C8B-B14F-4D97-AF65-F5344CB8AC3E}">
        <p14:creationId xmlns:p14="http://schemas.microsoft.com/office/powerpoint/2010/main" val="35762453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el und Tabel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8313" y="260350"/>
            <a:ext cx="8135937" cy="777875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abellenplatzhalter 2"/>
          <p:cNvSpPr>
            <a:spLocks noGrp="1"/>
          </p:cNvSpPr>
          <p:nvPr>
            <p:ph type="tbl" idx="1"/>
          </p:nvPr>
        </p:nvSpPr>
        <p:spPr>
          <a:xfrm>
            <a:off x="457200" y="1125538"/>
            <a:ext cx="8229600" cy="5256212"/>
          </a:xfrm>
        </p:spPr>
        <p:txBody>
          <a:bodyPr/>
          <a:lstStyle/>
          <a:p>
            <a:pPr lvl="0"/>
            <a:endParaRPr lang="de-DE" noProof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/>
              <a:t>Ahmet Inci</a:t>
            </a:r>
          </a:p>
        </p:txBody>
      </p:sp>
    </p:spTree>
    <p:extLst>
      <p:ext uri="{BB962C8B-B14F-4D97-AF65-F5344CB8AC3E}">
        <p14:creationId xmlns:p14="http://schemas.microsoft.com/office/powerpoint/2010/main" val="10783851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el, Text und 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8313" y="260350"/>
            <a:ext cx="8135937" cy="777875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half" idx="1"/>
          </p:nvPr>
        </p:nvSpPr>
        <p:spPr>
          <a:xfrm>
            <a:off x="457200" y="1125538"/>
            <a:ext cx="4038600" cy="5256212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quarter" idx="2"/>
          </p:nvPr>
        </p:nvSpPr>
        <p:spPr>
          <a:xfrm>
            <a:off x="4648200" y="1125538"/>
            <a:ext cx="4038600" cy="2551112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sz="quarter" idx="3"/>
          </p:nvPr>
        </p:nvSpPr>
        <p:spPr>
          <a:xfrm>
            <a:off x="4648200" y="3829050"/>
            <a:ext cx="4038600" cy="2552700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/>
              <a:t>Ahmet Inci</a:t>
            </a:r>
          </a:p>
        </p:txBody>
      </p:sp>
    </p:spTree>
    <p:extLst>
      <p:ext uri="{BB962C8B-B14F-4D97-AF65-F5344CB8AC3E}">
        <p14:creationId xmlns:p14="http://schemas.microsoft.com/office/powerpoint/2010/main" val="40822727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Titel und Text über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8313" y="260350"/>
            <a:ext cx="8135937" cy="777875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half" idx="1"/>
          </p:nvPr>
        </p:nvSpPr>
        <p:spPr>
          <a:xfrm>
            <a:off x="457200" y="1125538"/>
            <a:ext cx="8229600" cy="2551112"/>
          </a:xfrm>
        </p:spPr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3829050"/>
            <a:ext cx="8229600" cy="2552700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/>
              <a:t>Ahmet Inci</a:t>
            </a:r>
          </a:p>
        </p:txBody>
      </p:sp>
    </p:spTree>
    <p:extLst>
      <p:ext uri="{BB962C8B-B14F-4D97-AF65-F5344CB8AC3E}">
        <p14:creationId xmlns:p14="http://schemas.microsoft.com/office/powerpoint/2010/main" val="2738540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68313" y="260350"/>
            <a:ext cx="8135937" cy="7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/>
              <a:t>Titelmasterformat durch Klicken bearbeiten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125538"/>
            <a:ext cx="8229600" cy="5256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dirty="0"/>
              <a:t>Textmasterformate durch Klicken bearbeiten</a:t>
            </a:r>
          </a:p>
          <a:p>
            <a:pPr lvl="1"/>
            <a:r>
              <a:rPr lang="de-DE" altLang="de-DE" dirty="0"/>
              <a:t>Zweite Ebene</a:t>
            </a:r>
          </a:p>
          <a:p>
            <a:pPr lvl="2"/>
            <a:r>
              <a:rPr lang="de-DE" altLang="de-DE" dirty="0"/>
              <a:t>Dritte Ebene</a:t>
            </a:r>
          </a:p>
          <a:p>
            <a:pPr lvl="3"/>
            <a:r>
              <a:rPr lang="de-DE" altLang="de-DE" dirty="0"/>
              <a:t>Vierte Ebene</a:t>
            </a:r>
          </a:p>
          <a:p>
            <a:pPr lvl="4"/>
            <a:r>
              <a:rPr lang="de-DE" altLang="de-DE" dirty="0"/>
              <a:t>Fünfte Ebene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932363" y="6453188"/>
            <a:ext cx="1800225" cy="268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200"/>
            </a:lvl1pPr>
          </a:lstStyle>
          <a:p>
            <a:pPr>
              <a:defRPr/>
            </a:pPr>
            <a:r>
              <a:rPr lang="de-DE" dirty="0"/>
              <a:t>Ahmet Inci</a:t>
            </a:r>
          </a:p>
        </p:txBody>
      </p:sp>
      <p:sp>
        <p:nvSpPr>
          <p:cNvPr id="2" name="Line 8"/>
          <p:cNvSpPr>
            <a:spLocks noChangeShapeType="1"/>
          </p:cNvSpPr>
          <p:nvPr/>
        </p:nvSpPr>
        <p:spPr bwMode="auto">
          <a:xfrm>
            <a:off x="460375" y="990600"/>
            <a:ext cx="8150225" cy="0"/>
          </a:xfrm>
          <a:prstGeom prst="line">
            <a:avLst/>
          </a:prstGeom>
          <a:noFill/>
          <a:ln w="25400">
            <a:solidFill>
              <a:srgbClr val="042EAE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1030" name="Rectangle 10"/>
          <p:cNvSpPr>
            <a:spLocks noChangeArrowheads="1"/>
          </p:cNvSpPr>
          <p:nvPr/>
        </p:nvSpPr>
        <p:spPr bwMode="auto">
          <a:xfrm>
            <a:off x="468313" y="6453188"/>
            <a:ext cx="3167062" cy="268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de-DE" altLang="de-DE" sz="1200" dirty="0"/>
              <a:t>Domain Driven Design</a:t>
            </a:r>
          </a:p>
        </p:txBody>
      </p:sp>
      <p:sp>
        <p:nvSpPr>
          <p:cNvPr id="1031" name="Line 11"/>
          <p:cNvSpPr>
            <a:spLocks noChangeShapeType="1"/>
          </p:cNvSpPr>
          <p:nvPr/>
        </p:nvSpPr>
        <p:spPr bwMode="auto">
          <a:xfrm>
            <a:off x="468313" y="6381750"/>
            <a:ext cx="8150225" cy="0"/>
          </a:xfrm>
          <a:prstGeom prst="line">
            <a:avLst/>
          </a:prstGeom>
          <a:noFill/>
          <a:ln w="25400">
            <a:solidFill>
              <a:srgbClr val="042EAE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1032" name="Rectangle 12"/>
          <p:cNvSpPr>
            <a:spLocks noChangeArrowheads="1"/>
          </p:cNvSpPr>
          <p:nvPr/>
        </p:nvSpPr>
        <p:spPr bwMode="auto">
          <a:xfrm>
            <a:off x="6516688" y="6453188"/>
            <a:ext cx="2159000" cy="268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/>
            <a:fld id="{C735F766-00C7-4EB1-BD21-B0B9E251CF11}" type="slidenum">
              <a:rPr lang="de-DE" altLang="de-DE" sz="1200"/>
              <a:pPr algn="r" eaLnBrk="1" hangingPunct="1"/>
              <a:t>‹Nr.›</a:t>
            </a:fld>
            <a:endParaRPr lang="de-DE" altLang="de-DE" sz="12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4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 b="1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b="1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b="1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006547-C76D-8426-7F5E-A45ADD648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Domain Driven Design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BCB348F-0928-F43B-0737-600B1FE8652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Ahmet Inci</a:t>
            </a:r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8D13916D-7B78-4C90-807F-E2A01999E51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468313" y="1268761"/>
            <a:ext cx="4679751" cy="2417892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79136E94-3E5D-462A-8A5A-43244CEF0D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1709" y="3789040"/>
            <a:ext cx="4752541" cy="2561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97561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006547-C76D-8426-7F5E-A45ADD648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Warum DDD?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BCB348F-0928-F43B-0737-600B1FE8652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Ahmet Inci</a:t>
            </a:r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33A66060-7F27-403D-B23B-99D0F00443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8421" y="1739541"/>
            <a:ext cx="4607158" cy="3378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48046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150A14-A313-42F0-A937-783611723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/>
              <a:t>Subdomänen = Was die Organisation fachlich tut</a:t>
            </a:r>
            <a:br>
              <a:rPr lang="de-DE" b="1" dirty="0"/>
            </a:br>
            <a:endParaRPr lang="de-CH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8CCC431-7428-45AB-96D5-355C0499736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Ahmet Inci</a:t>
            </a:r>
            <a:endParaRPr lang="de-DE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14E57EC9-2289-4AE6-B93E-45B075AE25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59" y="1589180"/>
            <a:ext cx="7556843" cy="3712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5659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B5CEC61-F196-4A1F-9600-B422B9EEB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Bounded</a:t>
            </a:r>
            <a:r>
              <a:rPr lang="de-DE" dirty="0"/>
              <a:t> </a:t>
            </a:r>
            <a:r>
              <a:rPr lang="de-DE" dirty="0" err="1"/>
              <a:t>Context</a:t>
            </a:r>
            <a:r>
              <a:rPr lang="de-DE" dirty="0"/>
              <a:t> = Das Modell, die Sprache und die Regeln einer Subdomäne</a:t>
            </a:r>
            <a:endParaRPr lang="de-CH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943D3D7-1DF2-4B6B-8D34-0AA72801748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Ahmet Inci</a:t>
            </a:r>
            <a:endParaRPr lang="de-DE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ADD1D841-FD2F-4D6A-A659-356029385D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1373576"/>
            <a:ext cx="6005849" cy="4110848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FEB3CA39-D06D-47BA-942D-92AFF5AE51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1552" y="2564904"/>
            <a:ext cx="3980504" cy="1132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72475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006547-C76D-8426-7F5E-A45ADD648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Aggregat / Entität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BCB348F-0928-F43B-0737-600B1FE8652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Ahmet Inci</a:t>
            </a:r>
            <a:endParaRPr lang="de-DE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979B330A-8481-4D9D-905F-E582A64C8F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552" y="4646567"/>
            <a:ext cx="5654923" cy="1313466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ADF1F8B2-2368-4292-A055-D26BB7A53C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9912" y="5589240"/>
            <a:ext cx="5073388" cy="551455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A6349300-A061-461C-81B1-53CAE7715D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051" y="1009153"/>
            <a:ext cx="8584460" cy="3545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612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006547-C76D-8426-7F5E-A45ADD648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Dinner-Events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BCB348F-0928-F43B-0737-600B1FE8652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Ahmet Inci</a:t>
            </a:r>
            <a:endParaRPr lang="de-DE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81C44BB2-DEB4-4209-A754-B1B1E854A7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157" y="2276872"/>
            <a:ext cx="5024430" cy="1944216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81E836EE-4B38-4991-820C-4BED958DB4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2080" y="1696180"/>
            <a:ext cx="3361763" cy="3295729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BE38AD75-4374-408C-B5ED-D4D7147A30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536" y="5021609"/>
            <a:ext cx="5472608" cy="1255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1172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006547-C76D-8426-7F5E-A45ADD648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Vorgehen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BCB348F-0928-F43B-0737-600B1FE8652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Ahmet Inci</a:t>
            </a:r>
            <a:endParaRPr lang="de-DE" dirty="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36B636D5-C247-4D80-BB15-E71CFCDC5AF6}"/>
              </a:ext>
            </a:extLst>
          </p:cNvPr>
          <p:cNvSpPr txBox="1"/>
          <p:nvPr/>
        </p:nvSpPr>
        <p:spPr>
          <a:xfrm>
            <a:off x="683568" y="1700808"/>
            <a:ext cx="711605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Die Domäne mit Subdomänen strukturieren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 dirty="0" err="1"/>
              <a:t>Bounded</a:t>
            </a:r>
            <a:r>
              <a:rPr lang="de-CH" dirty="0"/>
              <a:t> </a:t>
            </a:r>
            <a:r>
              <a:rPr lang="de-CH" dirty="0" err="1"/>
              <a:t>Contexts</a:t>
            </a:r>
            <a:r>
              <a:rPr lang="de-CH" dirty="0"/>
              <a:t> definieren</a:t>
            </a: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 dirty="0"/>
              <a:t>Aggregate(Roots), Entitäten erkennen und definieren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 dirty="0"/>
              <a:t>Geschäftsregeln explizit machen (Aggregate &amp; Domain Services)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 dirty="0"/>
              <a:t>Use Cases fachlich modellieren</a:t>
            </a:r>
          </a:p>
        </p:txBody>
      </p:sp>
    </p:spTree>
    <p:extLst>
      <p:ext uri="{BB962C8B-B14F-4D97-AF65-F5344CB8AC3E}">
        <p14:creationId xmlns:p14="http://schemas.microsoft.com/office/powerpoint/2010/main" val="915392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006547-C76D-8426-7F5E-A45ADD648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Subdomänen finden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BCB348F-0928-F43B-0737-600B1FE8652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Ahmet Inci</a:t>
            </a:r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CC544C2F-76B9-4456-ADAE-EC1F6D7E9A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7706" y="1967643"/>
            <a:ext cx="5148587" cy="2922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9411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006547-C76D-8426-7F5E-A45ADD648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 err="1"/>
              <a:t>Bounded</a:t>
            </a:r>
            <a:r>
              <a:rPr lang="de-CH" dirty="0"/>
              <a:t> </a:t>
            </a:r>
            <a:r>
              <a:rPr lang="de-CH" dirty="0" err="1"/>
              <a:t>Contexts</a:t>
            </a:r>
            <a:r>
              <a:rPr lang="de-CH" dirty="0"/>
              <a:t> definieren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BCB348F-0928-F43B-0737-600B1FE8652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Ahmet Inci</a:t>
            </a:r>
            <a:endParaRPr lang="de-DE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D1930844-D96F-4281-A578-FCF8ED0A6D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313" y="1196752"/>
            <a:ext cx="5705055" cy="3113215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ACD726D8-875F-4D28-961A-1CD4F3790E2B}"/>
              </a:ext>
            </a:extLst>
          </p:cNvPr>
          <p:cNvSpPr txBox="1"/>
          <p:nvPr/>
        </p:nvSpPr>
        <p:spPr>
          <a:xfrm>
            <a:off x="7098055" y="1117179"/>
            <a:ext cx="941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dirty="0"/>
              <a:t>Lösung</a:t>
            </a:r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17C95E1C-540D-478D-990E-A24520397C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3086" y="1514139"/>
            <a:ext cx="1151220" cy="2133548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195439ED-2DBA-45BF-916D-83B710EC78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528" y="4797153"/>
            <a:ext cx="3888432" cy="1311256"/>
          </a:xfrm>
          <a:prstGeom prst="rect">
            <a:avLst/>
          </a:prstGeom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3680F507-BEE3-4B46-A8EF-E8BFD2B86F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11960" y="4817417"/>
            <a:ext cx="4393181" cy="1270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0739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006547-C76D-8426-7F5E-A45ADD648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Aggregate identifizieren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BCB348F-0928-F43B-0737-600B1FE8652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Ahmet Inci</a:t>
            </a:r>
            <a:endParaRPr lang="de-DE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FF432042-731B-4B6B-AC30-009E6C1BC2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1344" y="1295871"/>
            <a:ext cx="6181312" cy="4266258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7787E169-C072-4170-8075-8FF491944A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4088" y="3573016"/>
            <a:ext cx="3484876" cy="1475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64981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006547-C76D-8426-7F5E-A45ADD648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Geschäftsregeln identifizieren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BCB348F-0928-F43B-0737-600B1FE8652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Ahmet Inci</a:t>
            </a:r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0A0F529F-44A6-4399-8934-905EF980F9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9158" y="1556793"/>
            <a:ext cx="5574787" cy="3546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3207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006547-C76D-8426-7F5E-A45ADD648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Was ist eine </a:t>
            </a:r>
            <a:r>
              <a:rPr lang="de-CH" i="1" dirty="0" err="1"/>
              <a:t>ReservationPolicy</a:t>
            </a:r>
            <a:r>
              <a:rPr lang="de-CH" dirty="0"/>
              <a:t>?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BCB348F-0928-F43B-0737-600B1FE8652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Ahmet Inci</a:t>
            </a:r>
            <a:endParaRPr lang="de-DE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A7C85361-1A04-4359-97D3-1F4A644EE0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1340768"/>
            <a:ext cx="3579446" cy="1433784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A31CEDF2-6568-4C2A-A028-E805F669E8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5936" y="1196752"/>
            <a:ext cx="4572065" cy="3800028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B4D84836-B8D4-45C2-A3F5-BF27884741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520" y="3297298"/>
            <a:ext cx="3198440" cy="1148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9690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006547-C76D-8426-7F5E-A45ADD648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Warum gehört </a:t>
            </a:r>
            <a:r>
              <a:rPr lang="de-DE" dirty="0" err="1"/>
              <a:t>ReservationPolicy</a:t>
            </a:r>
            <a:r>
              <a:rPr lang="de-DE" dirty="0"/>
              <a:t> NICHT ins Aggregat?</a:t>
            </a:r>
            <a:endParaRPr lang="de-CH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BCB348F-0928-F43B-0737-600B1FE8652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Ahmet Inci</a:t>
            </a:r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FFAAF98D-9A51-4B29-995E-A1AD0B7568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1268760"/>
            <a:ext cx="4657290" cy="2015318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B66DB13D-2C31-4DD5-A252-A4A71F3E1F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7984" y="1268760"/>
            <a:ext cx="4246205" cy="1112937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770FE705-E715-47B7-A0F5-7F24221CD1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1190" y="2996952"/>
            <a:ext cx="5508104" cy="3313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371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006547-C76D-8426-7F5E-A45ADD648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Warum ist </a:t>
            </a:r>
            <a:r>
              <a:rPr lang="de-DE" dirty="0" err="1"/>
              <a:t>ReservationPolicy</a:t>
            </a:r>
            <a:r>
              <a:rPr lang="de-DE" dirty="0"/>
              <a:t> ein Domain Service?</a:t>
            </a:r>
            <a:endParaRPr lang="de-CH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BCB348F-0928-F43B-0737-600B1FE8652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Ahmet Inci</a:t>
            </a:r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3A6C2D0C-DD0F-4DA2-AB52-893CB48037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1196752"/>
            <a:ext cx="6732767" cy="2381284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DB5C306F-D11D-4E5F-AAE2-AAFBFA24E8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9" y="3645025"/>
            <a:ext cx="4248471" cy="1722868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74AD68C3-0BF9-4ED1-9C73-F4748BCD9A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5042" y="4365104"/>
            <a:ext cx="4008530" cy="1048179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F639EACA-8479-43E2-97D9-F547E6968C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1059" y="3621397"/>
            <a:ext cx="3916496" cy="452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6777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006547-C76D-8426-7F5E-A45ADD648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Use Cases formulieren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BCB348F-0928-F43B-0737-600B1FE8652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Ahmet Inci</a:t>
            </a:r>
            <a:endParaRPr lang="de-DE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8F6394D4-A4B5-4A24-9084-C67C6A3D0C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313" y="1412776"/>
            <a:ext cx="3759922" cy="3684724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9F36F6EA-52B1-4604-9065-CEEE378593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8104" y="1407207"/>
            <a:ext cx="2942766" cy="1634313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F51BA4B4-0742-4081-BB88-57ABF36010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5239" y="3501008"/>
            <a:ext cx="4110848" cy="2657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9727072"/>
      </p:ext>
    </p:extLst>
  </p:cSld>
  <p:clrMapOvr>
    <a:masterClrMapping/>
  </p:clrMapOvr>
</p:sld>
</file>

<file path=ppt/theme/theme1.xml><?xml version="1.0" encoding="utf-8"?>
<a:theme xmlns:a="http://schemas.openxmlformats.org/drawingml/2006/main" name="Standarddesign">
  <a:themeElements>
    <a:clrScheme name="Standard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tandard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tandard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Lariss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123</Words>
  <Application>Microsoft Office PowerPoint</Application>
  <PresentationFormat>Bildschirmpräsentation (4:3)</PresentationFormat>
  <Paragraphs>36</Paragraphs>
  <Slides>15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1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15</vt:i4>
      </vt:variant>
    </vt:vector>
  </HeadingPairs>
  <TitlesOfParts>
    <vt:vector size="17" baseType="lpstr">
      <vt:lpstr>Arial</vt:lpstr>
      <vt:lpstr>Standarddesign</vt:lpstr>
      <vt:lpstr>Domain Driven Design</vt:lpstr>
      <vt:lpstr>Warum DDD?</vt:lpstr>
      <vt:lpstr>Subdomänen = Was die Organisation fachlich tut </vt:lpstr>
      <vt:lpstr>Bounded Context = Das Modell, die Sprache und die Regeln einer Subdomäne</vt:lpstr>
      <vt:lpstr>Aggregat / Entität</vt:lpstr>
      <vt:lpstr>Dinner-Events</vt:lpstr>
      <vt:lpstr>Vorgehen</vt:lpstr>
      <vt:lpstr>Subdomänen finden</vt:lpstr>
      <vt:lpstr>Bounded Contexts definieren</vt:lpstr>
      <vt:lpstr>Aggregate identifizieren</vt:lpstr>
      <vt:lpstr>Geschäftsregeln identifizieren</vt:lpstr>
      <vt:lpstr>Was ist eine ReservationPolicy?</vt:lpstr>
      <vt:lpstr>Warum gehört ReservationPolicy NICHT ins Aggregat?</vt:lpstr>
      <vt:lpstr>Warum ist ReservationPolicy ein Domain Service?</vt:lpstr>
      <vt:lpstr>Use Cases formulieren</vt:lpstr>
    </vt:vector>
  </TitlesOfParts>
  <Company>Hochschule Osnabrück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Folie 1</dc:title>
  <dc:creator>Prof. Dr. Stephan Kleuker</dc:creator>
  <cp:lastModifiedBy>Ahmet Inci</cp:lastModifiedBy>
  <cp:revision>829</cp:revision>
  <dcterms:created xsi:type="dcterms:W3CDTF">2002-10-02T13:01:35Z</dcterms:created>
  <dcterms:modified xsi:type="dcterms:W3CDTF">2025-11-25T08:40:19Z</dcterms:modified>
</cp:coreProperties>
</file>